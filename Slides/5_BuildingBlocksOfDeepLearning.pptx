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441" r:id="rId32"/>
    <p:sldId id="333" r:id="rId33"/>
    <p:sldId id="349" r:id="rId34"/>
    <p:sldId id="334" r:id="rId35"/>
    <p:sldId id="346" r:id="rId36"/>
    <p:sldId id="442" r:id="rId37"/>
    <p:sldId id="336" r:id="rId38"/>
    <p:sldId id="536" r:id="rId39"/>
    <p:sldId id="537" r:id="rId40"/>
    <p:sldId id="338" r:id="rId41"/>
    <p:sldId id="339" r:id="rId42"/>
    <p:sldId id="340" r:id="rId43"/>
    <p:sldId id="341" r:id="rId44"/>
    <p:sldId id="342" r:id="rId45"/>
    <p:sldId id="356" r:id="rId46"/>
    <p:sldId id="481" r:id="rId47"/>
    <p:sldId id="490" r:id="rId48"/>
    <p:sldId id="534" r:id="rId49"/>
    <p:sldId id="489" r:id="rId50"/>
    <p:sldId id="529" r:id="rId51"/>
    <p:sldId id="335" r:id="rId52"/>
    <p:sldId id="530" r:id="rId53"/>
    <p:sldId id="531" r:id="rId54"/>
    <p:sldId id="532" r:id="rId55"/>
    <p:sldId id="362" r:id="rId56"/>
    <p:sldId id="522" r:id="rId57"/>
    <p:sldId id="533" r:id="rId58"/>
    <p:sldId id="548" r:id="rId59"/>
    <p:sldId id="549" r:id="rId60"/>
    <p:sldId id="535" r:id="rId61"/>
    <p:sldId id="540" r:id="rId62"/>
    <p:sldId id="541" r:id="rId63"/>
    <p:sldId id="539" r:id="rId64"/>
    <p:sldId id="542" r:id="rId65"/>
    <p:sldId id="543" r:id="rId66"/>
    <p:sldId id="544" r:id="rId67"/>
    <p:sldId id="547" r:id="rId68"/>
    <p:sldId id="545" r:id="rId69"/>
    <p:sldId id="546" r:id="rId70"/>
    <p:sldId id="552" r:id="rId71"/>
    <p:sldId id="538" r:id="rId72"/>
    <p:sldId id="449"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74" autoAdjust="0"/>
    <p:restoredTop sz="94794" autoAdjust="0"/>
  </p:normalViewPr>
  <p:slideViewPr>
    <p:cSldViewPr snapToGrid="0">
      <p:cViewPr varScale="1">
        <p:scale>
          <a:sx n="72" d="100"/>
          <a:sy n="72" d="100"/>
        </p:scale>
        <p:origin x="67" y="74"/>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12/31/2025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12/31/2025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29</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34</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37</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43</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44</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46</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57</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58</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61</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12/31/2025</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12/31/2025</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4.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42.png"/></Relationships>
</file>

<file path=ppt/slides/_rels/slide5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2" Type="http://schemas.openxmlformats.org/officeDocument/2006/relationships/hyperlink" Target="https://www.tensorflow.org/lite" TargetMode="External"/><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8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7.png"/></Relationships>
</file>

<file path=ppt/slides/_rels/slide8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2025, 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925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for feature extraction – next week</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514481"/>
                <a:ext cx="11525250" cy="4942916"/>
              </a:xfrm>
            </p:spPr>
            <p:txBody>
              <a:bodyPr>
                <a:normAutofit lnSpcReduction="10000"/>
              </a:bodyPr>
              <a:lstStyle/>
              <a:p>
                <a:pPr marL="0" indent="0">
                  <a:buNone/>
                </a:pPr>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𝑙𝑒𝑎𝑟𝑛𝑎𝑏𝑙𝑒</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𝑤𝑒𝑖𝑔h𝑡𝑠</m:t>
                    </m:r>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Cambria Math" panose="02040503050406030204" pitchFamily="18" charset="0"/>
                        <a:ea typeface="Segoe UI" panose="020B0502040204020203" pitchFamily="34" charset="0"/>
                        <a:cs typeface="Segoe UI" panose="020B0502040204020203" pitchFamily="34" charset="0"/>
                      </a:rPr>
                      <m:t>𝑓</m:t>
                    </m:r>
                    <m:d>
                      <m:dPr>
                        <m:ctrlPr>
                          <a:rPr lang="en-US" i="1">
                            <a:latin typeface="Cambria Math" panose="02040503050406030204" pitchFamily="18" charset="0"/>
                            <a:cs typeface="Segoe UI" panose="020B0502040204020203" pitchFamily="34" charset="0"/>
                          </a:rPr>
                        </m:ctrlPr>
                      </m:dPr>
                      <m:e>
                        <m:r>
                          <a:rPr lang="en-US" i="1">
                            <a:latin typeface="Cambria Math" panose="02040503050406030204" pitchFamily="18" charset="0"/>
                            <a:cs typeface="Segoe UI" panose="020B0502040204020203" pitchFamily="34" charset="0"/>
                          </a:rPr>
                          <m:t>𝑥</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𝑤</m:t>
                        </m:r>
                      </m:e>
                    </m:d>
                    <m:r>
                      <a:rPr lang="en-US" i="1">
                        <a:latin typeface="Cambria Math" panose="02040503050406030204" pitchFamily="18" charset="0"/>
                        <a:cs typeface="Segoe UI" panose="020B0502040204020203" pitchFamily="34" charset="0"/>
                      </a:rPr>
                      <m:t> </m:t>
                    </m:r>
                  </m:oMath>
                </a14:m>
                <a:r>
                  <a:rPr lang="en-GB"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322"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dirty="0">
                <a:latin typeface="+mn-lt"/>
                <a:ea typeface="Segoe UI" panose="020B0502040204020203" pitchFamily="34" charset="0"/>
                <a:cs typeface="Segoe UI" panose="020B0502040204020203" pitchFamily="34" charset="0"/>
              </a:rPr>
              <a:t>Predictive tasks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dirty="0">
                <a:latin typeface="+mn-lt"/>
                <a:ea typeface="Segoe UI" panose="020B0502040204020203" pitchFamily="34" charset="0"/>
                <a:cs typeface="Segoe UI" panose="020B0502040204020203" pitchFamily="34" charset="0"/>
              </a:rPr>
              <a:t>Generative tasks 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Some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geometry</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78696" y="1112734"/>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By mid-1980s need for architecture with </a:t>
            </a:r>
            <a:r>
              <a:rPr lang="en-US" sz="2800" b="1" dirty="0">
                <a:latin typeface="Segoe UI" panose="020B0502040204020203" pitchFamily="34" charset="0"/>
                <a:cs typeface="Segoe UI" panose="020B0502040204020203" pitchFamily="34" charset="0"/>
              </a:rPr>
              <a:t>hidden layers </a:t>
            </a:r>
            <a:r>
              <a:rPr lang="en-US" sz="2800" dirty="0">
                <a:latin typeface="Segoe UI" panose="020B0502040204020203" pitchFamily="34" charset="0"/>
                <a:cs typeface="Segoe UI" panose="020B0502040204020203" pitchFamily="34" charset="0"/>
              </a:rPr>
              <a:t>for</a:t>
            </a:r>
            <a:r>
              <a:rPr lang="en-US" sz="2800" b="1" dirty="0">
                <a:latin typeface="Segoe UI" panose="020B0502040204020203" pitchFamily="34" charset="0"/>
                <a:cs typeface="Segoe UI" panose="020B0502040204020203" pitchFamily="34" charset="0"/>
              </a:rPr>
              <a:t> greater model capacity</a:t>
            </a:r>
            <a:r>
              <a:rPr lang="en-US" sz="2800" dirty="0">
                <a:latin typeface="Segoe UI" panose="020B0502040204020203" pitchFamily="34" charset="0"/>
                <a:cs typeface="Segoe UI" panose="020B0502040204020203" pitchFamily="34" charset="0"/>
              </a:rPr>
              <a:t> was recognized</a:t>
            </a:r>
          </a:p>
          <a:p>
            <a:pPr marL="514350" indent="-514350">
              <a:buFont typeface="+mj-lt"/>
              <a:buAutoNum type="arabicPeriod"/>
            </a:pPr>
            <a:r>
              <a:rPr lang="en-US" sz="2800" b="1" dirty="0">
                <a:latin typeface="Segoe UI" panose="020B0502040204020203" pitchFamily="34" charset="0"/>
                <a:cs typeface="Segoe UI" panose="020B0502040204020203" pitchFamily="34" charset="0"/>
              </a:rPr>
              <a:t>Multiple units in hidden layers</a:t>
            </a:r>
            <a:endParaRPr lang="en-US" sz="2800" dirty="0">
              <a:latin typeface="Segoe UI" panose="020B0502040204020203" pitchFamily="34" charset="0"/>
              <a:cs typeface="Segoe UI" panose="020B0502040204020203" pitchFamily="34" charset="0"/>
            </a:endParaRP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Input layer</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Multiple</a:t>
            </a:r>
            <a:r>
              <a:rPr lang="en-US" sz="2400" b="1" dirty="0">
                <a:latin typeface="Segoe UI" panose="020B0502040204020203" pitchFamily="34" charset="0"/>
                <a:cs typeface="Segoe UI" panose="020B0502040204020203" pitchFamily="34" charset="0"/>
              </a:rPr>
              <a:t> hidden layers</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Output layer</a:t>
            </a:r>
            <a:endParaRPr lang="en-US" sz="2800" b="1" dirty="0">
              <a:latin typeface="Segoe UI" panose="020B0502040204020203" pitchFamily="34" charset="0"/>
              <a:cs typeface="Segoe UI" panose="020B0502040204020203" pitchFamily="34" charset="0"/>
            </a:endParaRPr>
          </a:p>
          <a:p>
            <a:pPr marL="514350" indent="-514350">
              <a:buFont typeface="+mj-lt"/>
              <a:buAutoNum type="arabicPeriod"/>
            </a:pPr>
            <a:r>
              <a:rPr lang="en-US" sz="2800" b="1" dirty="0">
                <a:latin typeface="Segoe UI" panose="020B0502040204020203" pitchFamily="34" charset="0"/>
                <a:cs typeface="Segoe UI" panose="020B0502040204020203" pitchFamily="34" charset="0"/>
              </a:rPr>
              <a:t>Nonlinear activations </a:t>
            </a:r>
            <a:r>
              <a:rPr lang="en-US" sz="2800" dirty="0">
                <a:latin typeface="Segoe UI" panose="020B0502040204020203" pitchFamily="34" charset="0"/>
                <a:cs typeface="Segoe UI" panose="020B0502040204020203" pitchFamily="34" charset="0"/>
              </a:rPr>
              <a:t>in</a:t>
            </a:r>
            <a:r>
              <a:rPr lang="en-US" sz="2800" b="1"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units</a:t>
            </a:r>
          </a:p>
          <a:p>
            <a:pPr marL="514350" indent="-514350">
              <a:buFont typeface="+mj-lt"/>
              <a:buAutoNum type="arabicPeriod"/>
            </a:pPr>
            <a:r>
              <a:rPr lang="en-US" sz="2800" b="1" dirty="0">
                <a:latin typeface="Segoe UI" panose="020B0502040204020203" pitchFamily="34" charset="0"/>
                <a:cs typeface="Segoe UI" panose="020B0502040204020203" pitchFamily="34" charset="0"/>
              </a:rPr>
              <a:t>Learned weights </a:t>
            </a:r>
            <a:r>
              <a:rPr lang="en-US" sz="2800" dirty="0">
                <a:latin typeface="Segoe UI" panose="020B0502040204020203" pitchFamily="34" charset="0"/>
                <a:cs typeface="Segoe UI" panose="020B0502040204020203" pitchFamily="34" charset="0"/>
              </a:rPr>
              <a:t>for complex function approximation</a:t>
            </a:r>
          </a:p>
          <a:p>
            <a:r>
              <a:rPr lang="en-US" sz="2800" dirty="0">
                <a:latin typeface="Segoe UI" panose="020B0502040204020203" pitchFamily="34" charset="0"/>
                <a:cs typeface="Segoe UI" panose="020B0502040204020203" pitchFamily="34" charset="0"/>
              </a:rPr>
              <a:t>Fully connect between units in layers</a:t>
            </a:r>
          </a:p>
          <a:p>
            <a:r>
              <a:rPr lang="en-US" sz="2800" dirty="0">
                <a:latin typeface="Segoe UI" panose="020B0502040204020203" pitchFamily="34" charset="0"/>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3061776223"/>
              </p:ext>
            </p:extLst>
          </p:nvPr>
        </p:nvGraphicFramePr>
        <p:xfrm>
          <a:off x="288054" y="2495500"/>
          <a:ext cx="11594904" cy="4180285"/>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Leak 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271251" y="3488535"/>
            <a:ext cx="11594904" cy="31896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260757" y="4001215"/>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260757" y="4991863"/>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98548" y="4495800"/>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88054" y="5833824"/>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mn-lt"/>
                              <a:cs typeface="Segoe UI" panose="020B0502040204020203" pitchFamily="34" charset="0"/>
                            </a:rPr>
                          </m:ctrlPr>
                        </m:sSubPr>
                        <m:e>
                          <m:r>
                            <a:rPr lang="en-US" sz="2800" b="0" i="1" smtClean="0">
                              <a:latin typeface="+mn-lt"/>
                              <a:cs typeface="Segoe UI" panose="020B0502040204020203" pitchFamily="34" charset="0"/>
                            </a:rPr>
                            <m:t>𝑊</m:t>
                          </m:r>
                        </m:e>
                        <m:sub>
                          <m:r>
                            <a:rPr lang="en-US" sz="2800" b="0" i="1" smtClean="0">
                              <a:latin typeface="+mn-lt"/>
                              <a:cs typeface="Segoe UI" panose="020B0502040204020203" pitchFamily="34" charset="0"/>
                            </a:rPr>
                            <m:t>𝑡</m:t>
                          </m:r>
                          <m:r>
                            <a:rPr lang="en-US" sz="2800" b="0" i="1" smtClean="0">
                              <a:latin typeface="+mn-lt"/>
                              <a:cs typeface="Segoe UI" panose="020B0502040204020203" pitchFamily="34" charset="0"/>
                            </a:rPr>
                            <m:t>+1</m:t>
                          </m:r>
                        </m:sub>
                      </m:sSub>
                      <m:r>
                        <a:rPr lang="en-US" sz="2800" b="0" i="1" smtClean="0">
                          <a:latin typeface="+mn-lt"/>
                          <a:cs typeface="Segoe UI" panose="020B0502040204020203" pitchFamily="34" charset="0"/>
                        </a:rPr>
                        <m:t>=</m:t>
                      </m:r>
                      <m:sSub>
                        <m:sSubPr>
                          <m:ctrlPr>
                            <a:rPr lang="en-US" sz="2800" i="1" smtClean="0">
                              <a:latin typeface="+mn-lt"/>
                              <a:cs typeface="Segoe UI" panose="020B0502040204020203" pitchFamily="34" charset="0"/>
                            </a:rPr>
                          </m:ctrlPr>
                        </m:sSubPr>
                        <m:e>
                          <m:r>
                            <a:rPr lang="en-US" sz="2800" b="0" i="1" smtClean="0">
                              <a:latin typeface="+mn-lt"/>
                              <a:cs typeface="Segoe UI" panose="020B0502040204020203" pitchFamily="34" charset="0"/>
                            </a:rPr>
                            <m:t>𝑊</m:t>
                          </m:r>
                        </m:e>
                        <m:sub>
                          <m:r>
                            <a:rPr lang="en-US" sz="2800" b="0" i="1" smtClean="0">
                              <a:latin typeface="+mn-lt"/>
                              <a:cs typeface="Segoe UI" panose="020B0502040204020203" pitchFamily="34" charset="0"/>
                            </a:rPr>
                            <m:t>𝑡</m:t>
                          </m:r>
                        </m:sub>
                      </m:sSub>
                      <m:r>
                        <a:rPr lang="en-US" sz="2800" b="0" i="1" smtClean="0">
                          <a:latin typeface="+mn-lt"/>
                          <a:cs typeface="Segoe UI" panose="020B0502040204020203" pitchFamily="34" charset="0"/>
                        </a:rPr>
                        <m:t>+</m:t>
                      </m:r>
                      <m:r>
                        <a:rPr lang="en-US" sz="2800" b="0" i="1" smtClean="0">
                          <a:latin typeface="+mn-lt"/>
                          <a:ea typeface="Cambria Math" panose="02040503050406030204" pitchFamily="18" charset="0"/>
                          <a:cs typeface="Segoe UI" panose="020B0502040204020203" pitchFamily="34" charset="0"/>
                        </a:rPr>
                        <m:t>𝛼</m:t>
                      </m:r>
                      <m:sSub>
                        <m:sSubPr>
                          <m:ctrlPr>
                            <a:rPr lang="en-US" sz="2800" i="1" smtClean="0">
                              <a:latin typeface="+mn-lt"/>
                              <a:ea typeface="Cambria Math" panose="02040503050406030204" pitchFamily="18" charset="0"/>
                              <a:cs typeface="Segoe UI" panose="020B0502040204020203" pitchFamily="34" charset="0"/>
                            </a:rPr>
                          </m:ctrlPr>
                        </m:sSubPr>
                        <m:e>
                          <m:r>
                            <a:rPr lang="en-US" sz="2800" b="0" i="1" smtClean="0">
                              <a:latin typeface="+mn-lt"/>
                              <a:ea typeface="Cambria Math" panose="02040503050406030204" pitchFamily="18" charset="0"/>
                              <a:cs typeface="Segoe UI" panose="020B0502040204020203" pitchFamily="34" charset="0"/>
                            </a:rPr>
                            <m:t>𝛻</m:t>
                          </m:r>
                        </m:e>
                        <m:sub>
                          <m:r>
                            <a:rPr lang="en-US" sz="2800" b="0" i="1" smtClean="0">
                              <a:latin typeface="+mn-lt"/>
                              <a:ea typeface="Cambria Math" panose="02040503050406030204" pitchFamily="18" charset="0"/>
                              <a:cs typeface="Segoe UI" panose="020B0502040204020203" pitchFamily="34" charset="0"/>
                            </a:rPr>
                            <m:t>𝑤</m:t>
                          </m:r>
                        </m:sub>
                      </m:sSub>
                      <m:r>
                        <a:rPr lang="en-US" sz="2800" b="0" i="1" smtClean="0">
                          <a:latin typeface="+mn-lt"/>
                          <a:ea typeface="Cambria Math" panose="02040503050406030204" pitchFamily="18" charset="0"/>
                          <a:cs typeface="Segoe UI" panose="020B0502040204020203" pitchFamily="34" charset="0"/>
                        </a:rPr>
                        <m:t>𝐿</m:t>
                      </m:r>
                      <m:d>
                        <m:dPr>
                          <m:ctrlPr>
                            <a:rPr lang="en-US" sz="2800" i="1" smtClean="0">
                              <a:latin typeface="+mn-lt"/>
                              <a:ea typeface="Cambria Math" panose="02040503050406030204" pitchFamily="18" charset="0"/>
                              <a:cs typeface="Segoe UI" panose="020B0502040204020203" pitchFamily="34" charset="0"/>
                            </a:rPr>
                          </m:ctrlPr>
                        </m:dPr>
                        <m:e>
                          <m:sSub>
                            <m:sSubPr>
                              <m:ctrlPr>
                                <a:rPr lang="en-US" sz="2800" i="1" smtClean="0">
                                  <a:latin typeface="+mn-lt"/>
                                  <a:ea typeface="Cambria Math" panose="02040503050406030204" pitchFamily="18" charset="0"/>
                                  <a:cs typeface="Segoe UI" panose="020B0502040204020203" pitchFamily="34" charset="0"/>
                                </a:rPr>
                              </m:ctrlPr>
                            </m:sSubPr>
                            <m:e>
                              <m:r>
                                <a:rPr lang="en-US" sz="2800" b="0" i="1" smtClean="0">
                                  <a:latin typeface="+mn-lt"/>
                                  <a:ea typeface="Cambria Math" panose="02040503050406030204" pitchFamily="18" charset="0"/>
                                  <a:cs typeface="Segoe UI" panose="020B0502040204020203" pitchFamily="34" charset="0"/>
                                </a:rPr>
                                <m:t>𝑊</m:t>
                              </m:r>
                            </m:e>
                            <m:sub>
                              <m:r>
                                <a:rPr lang="en-US" sz="2800" b="0" i="1" smtClean="0">
                                  <a:latin typeface="+mn-lt"/>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𝑊</m:t>
                        </m:r>
                      </m:e>
                      <m:sub>
                        <m:r>
                          <a:rPr lang="en-US" sz="2800" i="1">
                            <a:latin typeface="+mn-lt"/>
                            <a:cs typeface="Segoe UI" panose="020B0502040204020203" pitchFamily="34" charset="0"/>
                          </a:rPr>
                          <m:t>𝑡</m:t>
                        </m:r>
                      </m:sub>
                    </m:sSub>
                    <m:r>
                      <a:rPr lang="en-US" sz="2800" b="0" i="0" smtClean="0">
                        <a:latin typeface="+mn-lt"/>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mn-lt"/>
                        <a:ea typeface="Cambria Math" panose="02040503050406030204" pitchFamily="18" charset="0"/>
                        <a:cs typeface="Segoe UI" panose="020B0502040204020203" pitchFamily="34" charset="0"/>
                      </a:rPr>
                      <m:t>𝐿</m:t>
                    </m:r>
                    <m:d>
                      <m:dPr>
                        <m:ctrlPr>
                          <a:rPr lang="en-US" sz="2800" i="1">
                            <a:latin typeface="+mn-lt"/>
                            <a:ea typeface="Cambria Math" panose="02040503050406030204" pitchFamily="18" charset="0"/>
                            <a:cs typeface="Segoe UI" panose="020B0502040204020203" pitchFamily="34" charset="0"/>
                          </a:rPr>
                        </m:ctrlPr>
                      </m:dPr>
                      <m:e>
                        <m:sSub>
                          <m:sSubPr>
                            <m:ctrlPr>
                              <a:rPr lang="en-US" sz="2800" i="1">
                                <a:latin typeface="+mn-lt"/>
                                <a:ea typeface="Cambria Math" panose="02040503050406030204" pitchFamily="18" charset="0"/>
                                <a:cs typeface="Segoe UI" panose="020B0502040204020203" pitchFamily="34" charset="0"/>
                              </a:rPr>
                            </m:ctrlPr>
                          </m:sSubPr>
                          <m:e>
                            <m:r>
                              <a:rPr lang="en-US" sz="2800" i="1">
                                <a:latin typeface="+mn-lt"/>
                                <a:ea typeface="Cambria Math" panose="02040503050406030204" pitchFamily="18" charset="0"/>
                                <a:cs typeface="Segoe UI" panose="020B0502040204020203" pitchFamily="34" charset="0"/>
                              </a:rPr>
                              <m:t>𝑊</m:t>
                            </m:r>
                          </m:e>
                          <m:sub>
                            <m:r>
                              <a:rPr lang="en-US" sz="2800" i="1">
                                <a:latin typeface="+mn-lt"/>
                                <a:ea typeface="Cambria Math" panose="02040503050406030204" pitchFamily="18" charset="0"/>
                                <a:cs typeface="Segoe UI" panose="020B0502040204020203" pitchFamily="34" charset="0"/>
                              </a:rPr>
                              <m:t>𝑡</m:t>
                            </m:r>
                          </m:sub>
                        </m:sSub>
                      </m:e>
                    </m:d>
                    <m:r>
                      <a:rPr lang="en-US" sz="2800" b="0" i="1" smtClean="0">
                        <a:latin typeface="+mn-lt"/>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mn-lt"/>
                            <a:ea typeface="Cambria Math" panose="02040503050406030204" pitchFamily="18" charset="0"/>
                            <a:cs typeface="Segoe UI" panose="020B0502040204020203" pitchFamily="34" charset="0"/>
                          </a:rPr>
                        </m:ctrlPr>
                      </m:sSubPr>
                      <m:e>
                        <m:r>
                          <a:rPr lang="en-US" sz="2800" i="1">
                            <a:latin typeface="+mn-lt"/>
                            <a:ea typeface="Cambria Math" panose="02040503050406030204" pitchFamily="18" charset="0"/>
                            <a:cs typeface="Segoe UI" panose="020B0502040204020203" pitchFamily="34" charset="0"/>
                          </a:rPr>
                          <m:t>𝛻</m:t>
                        </m:r>
                      </m:e>
                      <m:sub>
                        <m:r>
                          <a:rPr lang="en-US" sz="2800" i="1">
                            <a:latin typeface="+mn-lt"/>
                            <a:ea typeface="Cambria Math" panose="02040503050406030204" pitchFamily="18" charset="0"/>
                            <a:cs typeface="Segoe UI" panose="020B0502040204020203" pitchFamily="34" charset="0"/>
                          </a:rPr>
                          <m:t>𝑤</m:t>
                        </m:r>
                      </m:sub>
                    </m:sSub>
                    <m:r>
                      <a:rPr lang="en-US" sz="2800" i="1">
                        <a:latin typeface="+mn-lt"/>
                        <a:ea typeface="Cambria Math" panose="02040503050406030204" pitchFamily="18" charset="0"/>
                        <a:cs typeface="Segoe UI" panose="020B0502040204020203" pitchFamily="34" charset="0"/>
                      </a:rPr>
                      <m:t>𝐿</m:t>
                    </m:r>
                    <m:d>
                      <m:dPr>
                        <m:ctrlPr>
                          <a:rPr lang="en-US" sz="2800" i="1">
                            <a:latin typeface="+mn-lt"/>
                            <a:ea typeface="Cambria Math" panose="02040503050406030204" pitchFamily="18" charset="0"/>
                            <a:cs typeface="Segoe UI" panose="020B0502040204020203" pitchFamily="34" charset="0"/>
                          </a:rPr>
                        </m:ctrlPr>
                      </m:dPr>
                      <m:e>
                        <m:sSub>
                          <m:sSubPr>
                            <m:ctrlPr>
                              <a:rPr lang="en-US" sz="2800" i="1">
                                <a:latin typeface="+mn-lt"/>
                                <a:ea typeface="Cambria Math" panose="02040503050406030204" pitchFamily="18" charset="0"/>
                                <a:cs typeface="Segoe UI" panose="020B0502040204020203" pitchFamily="34" charset="0"/>
                              </a:rPr>
                            </m:ctrlPr>
                          </m:sSubPr>
                          <m:e>
                            <m:r>
                              <a:rPr lang="en-US" sz="2800" i="1">
                                <a:latin typeface="+mn-lt"/>
                                <a:ea typeface="Cambria Math" panose="02040503050406030204" pitchFamily="18" charset="0"/>
                                <a:cs typeface="Segoe UI" panose="020B0502040204020203" pitchFamily="34" charset="0"/>
                              </a:rPr>
                              <m:t>𝑊</m:t>
                            </m:r>
                          </m:e>
                          <m:sub>
                            <m:r>
                              <a:rPr lang="en-US" sz="2800" i="1">
                                <a:latin typeface="+mn-lt"/>
                                <a:ea typeface="Cambria Math" panose="02040503050406030204" pitchFamily="18" charset="0"/>
                                <a:cs typeface="Segoe UI" panose="020B0502040204020203" pitchFamily="34" charset="0"/>
                              </a:rPr>
                              <m:t>𝑡</m:t>
                            </m:r>
                          </m:sub>
                        </m:sSub>
                      </m:e>
                    </m:d>
                    <m:r>
                      <a:rPr lang="en-US" sz="2800" b="0" i="1" smtClean="0">
                        <a:latin typeface="+mn-lt"/>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mn-lt"/>
                        <a:ea typeface="Cambria Math" panose="02040503050406030204" pitchFamily="18" charset="0"/>
                        <a:cs typeface="Segoe UI" panose="020B0502040204020203" pitchFamily="34" charset="0"/>
                      </a:rPr>
                      <m:t>𝛼</m:t>
                    </m:r>
                    <m:r>
                      <a:rPr lang="en-US" sz="2800" b="0" i="1" smtClean="0">
                        <a:latin typeface="+mn-lt"/>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mn-lt"/>
                          <a:ea typeface="Cambria Math" panose="02040503050406030204" pitchFamily="18" charset="0"/>
                          <a:cs typeface="Segoe UI" panose="020B0502040204020203" pitchFamily="34" charset="0"/>
                        </a:rPr>
                        <m:t>𝛼</m:t>
                      </m:r>
                      <m:sSub>
                        <m:sSubPr>
                          <m:ctrlPr>
                            <a:rPr lang="en-US" sz="2800" i="1">
                              <a:latin typeface="+mn-lt"/>
                              <a:ea typeface="Cambria Math" panose="02040503050406030204" pitchFamily="18" charset="0"/>
                              <a:cs typeface="Segoe UI" panose="020B0502040204020203" pitchFamily="34" charset="0"/>
                            </a:rPr>
                          </m:ctrlPr>
                        </m:sSubPr>
                        <m:e>
                          <m:r>
                            <a:rPr lang="en-US" sz="2800" i="1">
                              <a:latin typeface="+mn-lt"/>
                              <a:ea typeface="Cambria Math" panose="02040503050406030204" pitchFamily="18" charset="0"/>
                              <a:cs typeface="Segoe UI" panose="020B0502040204020203" pitchFamily="34" charset="0"/>
                            </a:rPr>
                            <m:t>𝛻</m:t>
                          </m:r>
                        </m:e>
                        <m:sub>
                          <m:r>
                            <a:rPr lang="en-US" sz="2800" i="1">
                              <a:latin typeface="+mn-lt"/>
                              <a:ea typeface="Cambria Math" panose="02040503050406030204" pitchFamily="18" charset="0"/>
                              <a:cs typeface="Segoe UI" panose="020B0502040204020203" pitchFamily="34" charset="0"/>
                            </a:rPr>
                            <m:t>𝑤</m:t>
                          </m:r>
                        </m:sub>
                      </m:sSub>
                      <m:r>
                        <a:rPr lang="en-US" sz="2800" i="1">
                          <a:latin typeface="+mn-lt"/>
                          <a:ea typeface="Cambria Math" panose="02040503050406030204" pitchFamily="18" charset="0"/>
                          <a:cs typeface="Segoe UI" panose="020B0502040204020203" pitchFamily="34" charset="0"/>
                        </a:rPr>
                        <m:t>𝐿</m:t>
                      </m:r>
                      <m:d>
                        <m:dPr>
                          <m:ctrlPr>
                            <a:rPr lang="en-US" sz="2800" i="1">
                              <a:latin typeface="+mn-lt"/>
                              <a:ea typeface="Cambria Math" panose="02040503050406030204" pitchFamily="18" charset="0"/>
                              <a:cs typeface="Segoe UI" panose="020B0502040204020203" pitchFamily="34" charset="0"/>
                            </a:rPr>
                          </m:ctrlPr>
                        </m:dPr>
                        <m:e>
                          <m:sSub>
                            <m:sSubPr>
                              <m:ctrlPr>
                                <a:rPr lang="en-US" sz="2800" i="1">
                                  <a:latin typeface="+mn-lt"/>
                                  <a:ea typeface="Cambria Math" panose="02040503050406030204" pitchFamily="18" charset="0"/>
                                  <a:cs typeface="Segoe UI" panose="020B0502040204020203" pitchFamily="34" charset="0"/>
                                </a:rPr>
                              </m:ctrlPr>
                            </m:sSubPr>
                            <m:e>
                              <m:r>
                                <a:rPr lang="en-US" sz="2800" i="1">
                                  <a:latin typeface="+mn-lt"/>
                                  <a:ea typeface="Cambria Math" panose="02040503050406030204" pitchFamily="18" charset="0"/>
                                  <a:cs typeface="Segoe UI" panose="020B0502040204020203" pitchFamily="34" charset="0"/>
                                </a:rPr>
                                <m:t>𝑊</m:t>
                              </m:r>
                            </m:e>
                            <m:sub>
                              <m:r>
                                <a:rPr lang="en-US" sz="2800" i="1">
                                  <a:latin typeface="+mn-lt"/>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mn-lt"/>
                        <a:cs typeface="Segoe UI" panose="020B0502040204020203" pitchFamily="34" charset="0"/>
                      </a:rPr>
                      <m:t>𝐿</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𝑊</m:t>
                    </m:r>
                    <m:r>
                      <a:rPr lang="en-US" sz="2800" b="0" i="1" smtClean="0">
                        <a:latin typeface="+mn-lt"/>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𝐻</m:t>
                      </m:r>
                      <m:d>
                        <m:dPr>
                          <m:ctrlPr>
                            <a:rPr lang="en-US" sz="280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𝐸</m:t>
                      </m:r>
                      <m:d>
                        <m:dPr>
                          <m:begChr m:val="["/>
                          <m:endChr m:val="]"/>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𝐼</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mn-lt"/>
                        <a:cs typeface="Segoe UI" panose="020B0502040204020203" pitchFamily="34" charset="0"/>
                      </a:rPr>
                      <m:t>𝐸</m:t>
                    </m:r>
                    <m:d>
                      <m:dPr>
                        <m:begChr m:val="["/>
                        <m:endChr m:val="]"/>
                        <m:ctrlPr>
                          <a:rPr lang="en-US" sz="2400" i="1">
                            <a:latin typeface="+mn-lt"/>
                            <a:cs typeface="Segoe UI" panose="020B0502040204020203" pitchFamily="34" charset="0"/>
                          </a:rPr>
                        </m:ctrlPr>
                      </m:dPr>
                      <m:e>
                        <m:r>
                          <a:rPr lang="en-US" sz="2400" b="0" i="1" smtClean="0">
                            <a:latin typeface="+mn-lt"/>
                            <a:cs typeface="Segoe UI" panose="020B0502040204020203" pitchFamily="34" charset="0"/>
                          </a:rPr>
                          <m:t>𝑋</m:t>
                        </m:r>
                      </m:e>
                    </m:d>
                    <m:r>
                      <a:rPr lang="en-US" sz="2400" b="0" i="1" smtClean="0">
                        <a:latin typeface="+mn-lt"/>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mn-lt"/>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mn-lt"/>
                        <a:cs typeface="Segoe UI" panose="020B0502040204020203" pitchFamily="34" charset="0"/>
                      </a:rPr>
                      <m:t>𝐼</m:t>
                    </m:r>
                    <m:d>
                      <m:dPr>
                        <m:ctrlPr>
                          <a:rPr lang="en-US" sz="2400" b="0" i="1" smtClean="0">
                            <a:latin typeface="+mn-lt"/>
                            <a:cs typeface="Segoe UI" panose="020B0502040204020203" pitchFamily="34" charset="0"/>
                          </a:rPr>
                        </m:ctrlPr>
                      </m:dPr>
                      <m:e>
                        <m:r>
                          <a:rPr lang="en-US" sz="2400" b="0" i="1" smtClean="0">
                            <a:latin typeface="+mn-lt"/>
                            <a:cs typeface="Segoe UI" panose="020B0502040204020203" pitchFamily="34" charset="0"/>
                          </a:rPr>
                          <m:t>𝑋</m:t>
                        </m:r>
                      </m:e>
                    </m:d>
                    <m:r>
                      <a:rPr lang="en-US" sz="2400" b="0" i="1" smtClean="0">
                        <a:latin typeface="+mn-lt"/>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mn-lt"/>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𝐻</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𝐸</m:t>
                      </m:r>
                      <m:d>
                        <m:dPr>
                          <m:begChr m:val="["/>
                          <m:endChr m:val="]"/>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m:t>
                          </m:r>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𝑙𝑛</m:t>
                              </m:r>
                            </m:e>
                            <m:sub>
                              <m:r>
                                <a:rPr lang="en-US" sz="2800" b="0" i="1" smtClean="0">
                                  <a:latin typeface="+mn-lt"/>
                                  <a:cs typeface="Segoe UI" panose="020B0502040204020203" pitchFamily="34" charset="0"/>
                                </a:rPr>
                                <m:t>𝑏</m:t>
                              </m:r>
                            </m:sub>
                          </m:sSub>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e>
                          </m:d>
                        </m:e>
                      </m:d>
                      <m:r>
                        <a:rPr lang="en-US" sz="2800" b="0" i="1" smtClean="0">
                          <a:latin typeface="+mn-lt"/>
                          <a:cs typeface="Segoe UI" panose="020B0502040204020203" pitchFamily="34" charset="0"/>
                        </a:rPr>
                        <m:t>=−</m:t>
                      </m:r>
                      <m:nary>
                        <m:naryPr>
                          <m:chr m:val="∑"/>
                          <m:ctrlPr>
                            <a:rPr lang="en-US" sz="2800" b="0" i="1" smtClean="0">
                              <a:latin typeface="+mn-lt"/>
                              <a:cs typeface="Segoe UI" panose="020B0502040204020203" pitchFamily="34" charset="0"/>
                            </a:rPr>
                          </m:ctrlPr>
                        </m:naryPr>
                        <m:sub>
                          <m:r>
                            <m:rPr>
                              <m:brk m:alnAt="23"/>
                            </m:rPr>
                            <a:rPr lang="en-US" sz="2800" b="0" i="1" smtClean="0">
                              <a:latin typeface="+mn-lt"/>
                              <a:cs typeface="Segoe UI" panose="020B0502040204020203" pitchFamily="34" charset="0"/>
                            </a:rPr>
                            <m:t>𝑖</m:t>
                          </m:r>
                          <m:r>
                            <a:rPr lang="en-US" sz="2800" b="0" i="1" smtClean="0">
                              <a:latin typeface="+mn-lt"/>
                              <a:cs typeface="Segoe UI" panose="020B0502040204020203" pitchFamily="34" charset="0"/>
                            </a:rPr>
                            <m:t>=1</m:t>
                          </m:r>
                        </m:sub>
                        <m:sup>
                          <m:r>
                            <a:rPr lang="en-US" sz="2800" b="0" i="1" smtClean="0">
                              <a:latin typeface="+mn-lt"/>
                              <a:cs typeface="Segoe UI" panose="020B0502040204020203" pitchFamily="34" charset="0"/>
                            </a:rPr>
                            <m:t>𝑛</m:t>
                          </m:r>
                        </m:sup>
                        <m:e>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𝑥</m:t>
                                  </m:r>
                                </m:e>
                                <m:sub>
                                  <m:r>
                                    <a:rPr lang="en-US" sz="2800" b="0" i="1" smtClean="0">
                                      <a:latin typeface="+mn-lt"/>
                                      <a:cs typeface="Segoe UI" panose="020B0502040204020203" pitchFamily="34" charset="0"/>
                                    </a:rPr>
                                    <m:t>𝑖</m:t>
                                  </m:r>
                                </m:sub>
                              </m:sSub>
                            </m:e>
                          </m:d>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𝑙𝑛</m:t>
                              </m:r>
                            </m:e>
                            <m:sub>
                              <m:r>
                                <a:rPr lang="en-US" sz="2800" b="0" i="1" smtClean="0">
                                  <a:latin typeface="+mn-lt"/>
                                  <a:cs typeface="Segoe UI" panose="020B0502040204020203" pitchFamily="34" charset="0"/>
                                </a:rPr>
                                <m:t>𝑏</m:t>
                              </m:r>
                            </m:sub>
                          </m:sSub>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𝑥</m:t>
                                      </m:r>
                                    </m:e>
                                    <m:sub>
                                      <m:r>
                                        <a:rPr lang="en-US" sz="2800" b="0" i="1" smtClean="0">
                                          <a:latin typeface="+mn-lt"/>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mn-lt"/>
                        <a:cs typeface="Segoe UI" panose="020B0502040204020203" pitchFamily="34" charset="0"/>
                      </a:rPr>
                      <m:t>𝑃</m:t>
                    </m:r>
                    <m:d>
                      <m:dPr>
                        <m:ctrlPr>
                          <a:rPr lang="en-US" sz="2400" b="0" i="1" smtClean="0">
                            <a:latin typeface="+mn-lt"/>
                            <a:cs typeface="Segoe UI" panose="020B0502040204020203" pitchFamily="34" charset="0"/>
                          </a:rPr>
                        </m:ctrlPr>
                      </m:dPr>
                      <m:e>
                        <m:r>
                          <a:rPr lang="en-US" sz="2400" b="0" i="1" smtClean="0">
                            <a:latin typeface="+mn-lt"/>
                            <a:cs typeface="Segoe UI" panose="020B0502040204020203" pitchFamily="34" charset="0"/>
                          </a:rPr>
                          <m:t>𝑋</m:t>
                        </m:r>
                      </m:e>
                    </m:d>
                    <m:r>
                      <a:rPr lang="en-US" sz="2400" b="0" i="1" smtClean="0">
                        <a:latin typeface="+mn-lt"/>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mn-lt"/>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mn-lt"/>
                        <a:cs typeface="Segoe UI" panose="020B0502040204020203" pitchFamily="34" charset="0"/>
                      </a:rPr>
                      <m:t>𝑏</m:t>
                    </m:r>
                    <m:r>
                      <a:rPr lang="en-US" sz="2400" b="0" i="1" smtClean="0">
                        <a:latin typeface="+mn-lt"/>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mn-lt"/>
                              <a:cs typeface="Segoe UI" panose="020B0502040204020203" pitchFamily="34" charset="0"/>
                            </a:rPr>
                          </m:ctrlPr>
                        </m:sSubPr>
                        <m:e>
                          <m:r>
                            <a:rPr lang="en-US" sz="2800" b="0" i="1" smtClean="0">
                              <a:latin typeface="+mn-lt"/>
                              <a:cs typeface="Segoe UI" panose="020B0502040204020203" pitchFamily="34" charset="0"/>
                            </a:rPr>
                            <m:t>𝐷</m:t>
                          </m:r>
                        </m:e>
                        <m:sub>
                          <m:r>
                            <a:rPr lang="en-US" sz="2800" b="0" i="1" smtClean="0">
                              <a:latin typeface="+mn-lt"/>
                              <a:cs typeface="Segoe UI" panose="020B0502040204020203" pitchFamily="34" charset="0"/>
                            </a:rPr>
                            <m:t>𝐾𝐿</m:t>
                          </m:r>
                        </m:sub>
                      </m:sSub>
                      <m:d>
                        <m:dPr>
                          <m:ctrlPr>
                            <a:rPr lang="en-US" sz="2800" i="1" smtClean="0">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𝑄</m:t>
                          </m:r>
                        </m:e>
                      </m:d>
                      <m:r>
                        <a:rPr lang="en-US" sz="2800" b="0" i="1" smtClean="0">
                          <a:latin typeface="+mn-lt"/>
                          <a:cs typeface="Segoe UI" panose="020B0502040204020203" pitchFamily="34" charset="0"/>
                        </a:rPr>
                        <m:t>=−</m:t>
                      </m:r>
                      <m:nary>
                        <m:naryPr>
                          <m:chr m:val="∑"/>
                          <m:ctrlPr>
                            <a:rPr lang="en-US" sz="2800" i="1" smtClean="0">
                              <a:latin typeface="+mn-lt"/>
                              <a:cs typeface="Segoe UI" panose="020B0502040204020203" pitchFamily="34" charset="0"/>
                            </a:rPr>
                          </m:ctrlPr>
                        </m:naryPr>
                        <m:sub>
                          <m:r>
                            <m:rPr>
                              <m:brk m:alnAt="23"/>
                            </m:rPr>
                            <a:rPr lang="en-US" sz="2800" b="0" i="1" smtClean="0">
                              <a:latin typeface="+mn-lt"/>
                              <a:cs typeface="Segoe UI" panose="020B0502040204020203" pitchFamily="34" charset="0"/>
                            </a:rPr>
                            <m:t>𝑖</m:t>
                          </m:r>
                          <m:r>
                            <a:rPr lang="en-US" sz="2800" b="0" i="1" smtClean="0">
                              <a:latin typeface="+mn-lt"/>
                              <a:cs typeface="Segoe UI" panose="020B0502040204020203" pitchFamily="34" charset="0"/>
                            </a:rPr>
                            <m:t>=1</m:t>
                          </m:r>
                        </m:sub>
                        <m:sup>
                          <m:r>
                            <a:rPr lang="en-US" sz="2800" b="0" i="1" smtClean="0">
                              <a:latin typeface="+mn-lt"/>
                              <a:cs typeface="Segoe UI" panose="020B0502040204020203" pitchFamily="34" charset="0"/>
                            </a:rPr>
                            <m:t>𝑛</m:t>
                          </m:r>
                        </m:sup>
                        <m:e>
                          <m:r>
                            <a:rPr lang="en-US" sz="2800" b="0" i="1" smtClean="0">
                              <a:latin typeface="+mn-lt"/>
                              <a:cs typeface="Segoe UI" panose="020B0502040204020203" pitchFamily="34" charset="0"/>
                            </a:rPr>
                            <m:t>𝑝</m:t>
                          </m:r>
                          <m:d>
                            <m:dPr>
                              <m:ctrlPr>
                                <a:rPr lang="en-US" sz="2800" i="1" smtClean="0">
                                  <a:latin typeface="+mn-lt"/>
                                  <a:cs typeface="Segoe UI" panose="020B0502040204020203" pitchFamily="34" charset="0"/>
                                </a:rPr>
                              </m:ctrlPr>
                            </m:dPr>
                            <m:e>
                              <m:sSub>
                                <m:sSubPr>
                                  <m:ctrlPr>
                                    <a:rPr lang="en-US" sz="2800" i="1" smtClean="0">
                                      <a:latin typeface="+mn-lt"/>
                                      <a:cs typeface="Segoe UI" panose="020B0502040204020203" pitchFamily="34" charset="0"/>
                                    </a:rPr>
                                  </m:ctrlPr>
                                </m:sSubPr>
                                <m:e>
                                  <m:r>
                                    <a:rPr lang="en-US" sz="2800" b="0" i="1" smtClean="0">
                                      <a:latin typeface="+mn-lt"/>
                                      <a:cs typeface="Segoe UI" panose="020B0502040204020203" pitchFamily="34" charset="0"/>
                                    </a:rPr>
                                    <m:t>𝑥</m:t>
                                  </m:r>
                                </m:e>
                                <m:sub>
                                  <m:r>
                                    <a:rPr lang="en-US" sz="2800" b="0" i="1" smtClean="0">
                                      <a:latin typeface="+mn-lt"/>
                                      <a:cs typeface="Segoe UI" panose="020B0502040204020203" pitchFamily="34" charset="0"/>
                                    </a:rPr>
                                    <m:t>𝑖</m:t>
                                  </m:r>
                                </m:sub>
                              </m:sSub>
                            </m:e>
                          </m:d>
                          <m:sSub>
                            <m:sSubPr>
                              <m:ctrlPr>
                                <a:rPr lang="en-US" sz="2800" i="1" smtClean="0">
                                  <a:latin typeface="+mn-lt"/>
                                  <a:cs typeface="Segoe UI" panose="020B0502040204020203" pitchFamily="34" charset="0"/>
                                </a:rPr>
                              </m:ctrlPr>
                            </m:sSubPr>
                            <m:e>
                              <m:r>
                                <a:rPr lang="en-US" sz="2800" b="0" i="1" smtClean="0">
                                  <a:latin typeface="+mn-lt"/>
                                  <a:cs typeface="Segoe UI" panose="020B0502040204020203" pitchFamily="34" charset="0"/>
                                </a:rPr>
                                <m:t>𝑙𝑛</m:t>
                              </m:r>
                            </m:e>
                            <m:sub>
                              <m:r>
                                <a:rPr lang="en-US" sz="2800" b="0" i="1" smtClean="0">
                                  <a:latin typeface="+mn-lt"/>
                                  <a:cs typeface="Segoe UI" panose="020B0502040204020203" pitchFamily="34" charset="0"/>
                                </a:rPr>
                                <m:t>𝑏</m:t>
                              </m:r>
                            </m:sub>
                          </m:sSub>
                          <m:f>
                            <m:fPr>
                              <m:ctrlPr>
                                <a:rPr lang="en-US" sz="2800" i="1" smtClean="0">
                                  <a:latin typeface="+mn-lt"/>
                                  <a:cs typeface="Segoe UI" panose="020B0502040204020203" pitchFamily="34" charset="0"/>
                                </a:rPr>
                              </m:ctrlPr>
                            </m:fPr>
                            <m:num>
                              <m:r>
                                <a:rPr lang="en-US" sz="2800" b="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b="0" i="1">
                                          <a:latin typeface="+mn-lt"/>
                                          <a:cs typeface="Segoe UI" panose="020B0502040204020203" pitchFamily="34" charset="0"/>
                                        </a:rPr>
                                        <m:t>𝑥</m:t>
                                      </m:r>
                                    </m:e>
                                    <m:sub>
                                      <m:r>
                                        <a:rPr lang="en-US" sz="2800" b="0" i="1">
                                          <a:latin typeface="+mn-lt"/>
                                          <a:cs typeface="Segoe UI" panose="020B0502040204020203" pitchFamily="34" charset="0"/>
                                        </a:rPr>
                                        <m:t>𝑖</m:t>
                                      </m:r>
                                    </m:sub>
                                  </m:sSub>
                                </m:e>
                              </m:d>
                            </m:num>
                            <m:den>
                              <m:r>
                                <a:rPr lang="en-US" sz="2800" b="0" i="1" smtClean="0">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b="0" i="1">
                                          <a:latin typeface="+mn-lt"/>
                                          <a:cs typeface="Segoe UI" panose="020B0502040204020203" pitchFamily="34" charset="0"/>
                                        </a:rPr>
                                        <m:t>𝑥</m:t>
                                      </m:r>
                                    </m:e>
                                    <m:sub>
                                      <m:r>
                                        <a:rPr lang="en-US" sz="2800" b="0" i="1">
                                          <a:latin typeface="+mn-lt"/>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mn-lt"/>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r>
                      <a:rPr lang="en-US" sz="2800" b="0" i="1" smtClean="0">
                        <a:latin typeface="+mn-lt"/>
                        <a:cs typeface="Segoe UI" panose="020B0502040204020203" pitchFamily="34" charset="0"/>
                      </a:rPr>
                      <m:t>,</m:t>
                    </m:r>
                    <m:r>
                      <a:rPr lang="en-US" sz="2800" i="1" smtClean="0">
                        <a:latin typeface="+mn-lt"/>
                        <a:ea typeface="Cambria Math" panose="02040503050406030204" pitchFamily="18" charset="0"/>
                        <a:cs typeface="Segoe UI" panose="020B0502040204020203" pitchFamily="34" charset="0"/>
                      </a:rPr>
                      <m:t>∀</m:t>
                    </m:r>
                    <m:r>
                      <a:rPr lang="en-US" sz="2800" b="0" i="1" smtClean="0">
                        <a:latin typeface="+mn-lt"/>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𝐷</m:t>
                          </m:r>
                        </m:e>
                        <m:sub>
                          <m:r>
                            <a:rPr lang="en-US" sz="2800" i="1">
                              <a:latin typeface="+mn-lt"/>
                              <a:cs typeface="Segoe UI" panose="020B0502040204020203" pitchFamily="34" charset="0"/>
                            </a:rPr>
                            <m:t>𝐾𝐿</m:t>
                          </m:r>
                        </m:sub>
                      </m:sSub>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r>
                            <a:rPr lang="en-US" sz="2800" i="1">
                              <a:latin typeface="+mn-lt"/>
                              <a:cs typeface="Segoe UI" panose="020B0502040204020203" pitchFamily="34" charset="0"/>
                            </a:rPr>
                            <m:t>||</m:t>
                          </m:r>
                          <m:r>
                            <a:rPr lang="en-US" sz="2800" i="1">
                              <a:latin typeface="+mn-lt"/>
                              <a:cs typeface="Segoe UI" panose="020B0502040204020203" pitchFamily="34" charset="0"/>
                            </a:rPr>
                            <m:t>𝑄</m:t>
                          </m:r>
                        </m:e>
                      </m:d>
                      <m:r>
                        <a:rPr lang="en-US" sz="2800" i="1">
                          <a:latin typeface="+mn-lt"/>
                          <a:cs typeface="Segoe UI" panose="020B0502040204020203" pitchFamily="34" charset="0"/>
                        </a:rPr>
                        <m:t>=</m:t>
                      </m:r>
                      <m:nary>
                        <m:naryPr>
                          <m:chr m:val="∑"/>
                          <m:ctrlPr>
                            <a:rPr lang="en-US" sz="2800" i="1">
                              <a:latin typeface="+mn-lt"/>
                              <a:cs typeface="Segoe UI" panose="020B0502040204020203" pitchFamily="34" charset="0"/>
                            </a:rPr>
                          </m:ctrlPr>
                        </m:naryPr>
                        <m:sub>
                          <m:r>
                            <m:rPr>
                              <m:brk m:alnAt="23"/>
                            </m:rPr>
                            <a:rPr lang="en-US" sz="2800" i="1">
                              <a:latin typeface="+mn-lt"/>
                              <a:cs typeface="Segoe UI" panose="020B0502040204020203" pitchFamily="34" charset="0"/>
                            </a:rPr>
                            <m:t>𝑖</m:t>
                          </m:r>
                          <m:r>
                            <a:rPr lang="en-US" sz="2800" i="1">
                              <a:latin typeface="+mn-lt"/>
                              <a:cs typeface="Segoe UI" panose="020B0502040204020203" pitchFamily="34" charset="0"/>
                            </a:rPr>
                            <m:t>=1</m:t>
                          </m:r>
                        </m:sub>
                        <m:sup>
                          <m:r>
                            <a:rPr lang="en-US" sz="2800" i="1">
                              <a:latin typeface="+mn-lt"/>
                              <a:cs typeface="Segoe UI" panose="020B0502040204020203" pitchFamily="34" charset="0"/>
                            </a:rPr>
                            <m:t>𝑛</m:t>
                          </m:r>
                        </m:sup>
                        <m:e>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𝑙𝑛</m:t>
                              </m:r>
                            </m:e>
                            <m:sub>
                              <m:r>
                                <a:rPr lang="en-US" sz="2800" i="1">
                                  <a:latin typeface="+mn-lt"/>
                                  <a:cs typeface="Segoe UI" panose="020B0502040204020203" pitchFamily="34" charset="0"/>
                                </a:rPr>
                                <m:t>𝑏</m:t>
                              </m:r>
                            </m:sub>
                          </m:sSub>
                          <m:r>
                            <a:rPr lang="en-US" sz="2800" i="1">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e>
                      </m:nary>
                      <m:r>
                        <a:rPr lang="en-US" sz="2800" i="1">
                          <a:latin typeface="+mn-lt"/>
                          <a:cs typeface="Segoe UI" panose="020B0502040204020203" pitchFamily="34" charset="0"/>
                        </a:rPr>
                        <m:t>−</m:t>
                      </m:r>
                      <m:nary>
                        <m:naryPr>
                          <m:chr m:val="∑"/>
                          <m:ctrlPr>
                            <a:rPr lang="en-US" sz="2800" i="1">
                              <a:latin typeface="+mn-lt"/>
                              <a:cs typeface="Segoe UI" panose="020B0502040204020203" pitchFamily="34" charset="0"/>
                            </a:rPr>
                          </m:ctrlPr>
                        </m:naryPr>
                        <m:sub>
                          <m:r>
                            <m:rPr>
                              <m:brk m:alnAt="23"/>
                            </m:rPr>
                            <a:rPr lang="en-US" sz="2800" i="1">
                              <a:latin typeface="+mn-lt"/>
                              <a:cs typeface="Segoe UI" panose="020B0502040204020203" pitchFamily="34" charset="0"/>
                            </a:rPr>
                            <m:t>𝑖</m:t>
                          </m:r>
                          <m:r>
                            <a:rPr lang="en-US" sz="2800" i="1">
                              <a:latin typeface="+mn-lt"/>
                              <a:cs typeface="Segoe UI" panose="020B0502040204020203" pitchFamily="34" charset="0"/>
                            </a:rPr>
                            <m:t>=1</m:t>
                          </m:r>
                        </m:sub>
                        <m:sup>
                          <m:r>
                            <a:rPr lang="en-US" sz="2800" i="1">
                              <a:latin typeface="+mn-lt"/>
                              <a:cs typeface="Segoe UI" panose="020B0502040204020203" pitchFamily="34" charset="0"/>
                            </a:rPr>
                            <m:t>𝑛</m:t>
                          </m:r>
                        </m:sup>
                        <m:e>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𝑙𝑛</m:t>
                              </m:r>
                            </m:e>
                            <m:sub>
                              <m:r>
                                <a:rPr lang="en-US" sz="2800" i="1">
                                  <a:latin typeface="+mn-lt"/>
                                  <a:cs typeface="Segoe UI" panose="020B0502040204020203" pitchFamily="34" charset="0"/>
                                </a:rPr>
                                <m:t>𝑏</m:t>
                              </m:r>
                            </m:sub>
                          </m:sSub>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𝐷</m:t>
                          </m:r>
                        </m:e>
                        <m:sub>
                          <m:r>
                            <a:rPr lang="en-US" sz="2800" i="1">
                              <a:latin typeface="+mn-lt"/>
                              <a:cs typeface="Segoe UI" panose="020B0502040204020203" pitchFamily="34" charset="0"/>
                            </a:rPr>
                            <m:t>𝐾𝐿</m:t>
                          </m:r>
                        </m:sub>
                      </m:sSub>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r>
                            <a:rPr lang="en-US" sz="2800" i="1">
                              <a:latin typeface="+mn-lt"/>
                              <a:cs typeface="Segoe UI" panose="020B0502040204020203" pitchFamily="34" charset="0"/>
                            </a:rPr>
                            <m:t>||</m:t>
                          </m:r>
                          <m:r>
                            <a:rPr lang="en-US" sz="2800" i="1">
                              <a:latin typeface="+mn-lt"/>
                              <a:cs typeface="Segoe UI" panose="020B0502040204020203" pitchFamily="34" charset="0"/>
                            </a:rPr>
                            <m:t>𝑄</m:t>
                          </m:r>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𝐻</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𝑃</m:t>
                          </m:r>
                        </m:e>
                      </m:d>
                      <m:r>
                        <a:rPr lang="en-US" sz="2800" b="0" i="1" smtClean="0">
                          <a:latin typeface="+mn-lt"/>
                          <a:cs typeface="Segoe UI" panose="020B0502040204020203" pitchFamily="34" charset="0"/>
                        </a:rPr>
                        <m:t>+</m:t>
                      </m:r>
                      <m:r>
                        <a:rPr lang="en-US" sz="2800" i="1">
                          <a:latin typeface="+mn-lt"/>
                          <a:cs typeface="Segoe UI" panose="020B0502040204020203" pitchFamily="34" charset="0"/>
                        </a:rPr>
                        <m:t>𝐻</m:t>
                      </m:r>
                      <m:d>
                        <m:dPr>
                          <m:ctrlPr>
                            <a:rPr lang="en-US" sz="2800" i="1">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𝐷</m:t>
                          </m:r>
                        </m:e>
                        <m:sub>
                          <m:r>
                            <a:rPr lang="en-US" sz="2800" i="1">
                              <a:latin typeface="+mn-lt"/>
                              <a:cs typeface="Segoe UI" panose="020B0502040204020203" pitchFamily="34" charset="0"/>
                            </a:rPr>
                            <m:t>𝐾𝐿</m:t>
                          </m:r>
                        </m:sub>
                      </m:sSub>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r>
                            <a:rPr lang="en-US" sz="2800" i="1">
                              <a:latin typeface="+mn-lt"/>
                              <a:cs typeface="Segoe UI" panose="020B0502040204020203" pitchFamily="34" charset="0"/>
                            </a:rPr>
                            <m:t>||</m:t>
                          </m:r>
                          <m:r>
                            <a:rPr lang="en-US" sz="2800" i="1">
                              <a:latin typeface="+mn-lt"/>
                              <a:cs typeface="Segoe UI" panose="020B0502040204020203" pitchFamily="34" charset="0"/>
                            </a:rPr>
                            <m:t>𝑄</m:t>
                          </m:r>
                        </m:e>
                      </m:d>
                      <m:r>
                        <a:rPr lang="en-US" sz="2800" i="1">
                          <a:latin typeface="+mn-lt"/>
                          <a:cs typeface="Segoe UI" panose="020B0502040204020203" pitchFamily="34" charset="0"/>
                        </a:rPr>
                        <m:t>=</m:t>
                      </m:r>
                      <m:r>
                        <a:rPr lang="en-US" sz="2800" b="0" i="1" smtClean="0">
                          <a:latin typeface="+mn-lt"/>
                          <a:cs typeface="Segoe UI" panose="020B0502040204020203" pitchFamily="34" charset="0"/>
                        </a:rPr>
                        <m:t>𝐸𝑛𝑡𝑟𝑜𝑝𝑦</m:t>
                      </m:r>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e>
                      </m:d>
                      <m:r>
                        <a:rPr lang="en-US" sz="2800" i="1">
                          <a:latin typeface="+mn-lt"/>
                          <a:cs typeface="Segoe UI" panose="020B0502040204020203" pitchFamily="34" charset="0"/>
                        </a:rPr>
                        <m:t>+</m:t>
                      </m:r>
                      <m:r>
                        <a:rPr lang="en-US" sz="2800" b="0" i="1" smtClean="0">
                          <a:latin typeface="+mn-lt"/>
                          <a:cs typeface="Segoe UI" panose="020B0502040204020203" pitchFamily="34" charset="0"/>
                        </a:rPr>
                        <m:t>𝐶𝑟𝑜𝑠𝑠</m:t>
                      </m:r>
                      <m:r>
                        <a:rPr lang="en-US" sz="2800" b="0" i="1" smtClean="0">
                          <a:latin typeface="+mn-lt"/>
                          <a:cs typeface="Segoe UI" panose="020B0502040204020203" pitchFamily="34" charset="0"/>
                        </a:rPr>
                        <m:t> </m:t>
                      </m:r>
                      <m:r>
                        <a:rPr lang="en-US" sz="2800" b="0" i="1" smtClean="0">
                          <a:latin typeface="+mn-lt"/>
                          <a:cs typeface="Segoe UI" panose="020B0502040204020203" pitchFamily="34" charset="0"/>
                        </a:rPr>
                        <m:t>𝐸𝑛𝑡𝑟𝑜𝑝𝑦</m:t>
                      </m:r>
                      <m:d>
                        <m:dPr>
                          <m:ctrlPr>
                            <a:rPr lang="en-US" sz="2800" i="1">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i="1">
                              <a:latin typeface="+mn-lt"/>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mn-lt"/>
                            <a:cs typeface="Segoe UI" panose="020B0502040204020203" pitchFamily="34" charset="0"/>
                          </a:rPr>
                        </m:ctrlPr>
                      </m:sSubPr>
                      <m:e>
                        <m:r>
                          <a:rPr lang="en-US" sz="2800" i="1">
                            <a:latin typeface="+mn-lt"/>
                            <a:cs typeface="Segoe UI" panose="020B0502040204020203" pitchFamily="34" charset="0"/>
                          </a:rPr>
                          <m:t>𝐷</m:t>
                        </m:r>
                      </m:e>
                      <m:sub>
                        <m:r>
                          <a:rPr lang="en-US" sz="2800" i="1">
                            <a:latin typeface="+mn-lt"/>
                            <a:cs typeface="Segoe UI" panose="020B0502040204020203" pitchFamily="34" charset="0"/>
                          </a:rPr>
                          <m:t>𝐾𝐿</m:t>
                        </m:r>
                      </m:sub>
                    </m:sSub>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r>
                          <a:rPr lang="en-US" sz="2800" i="1">
                            <a:latin typeface="+mn-lt"/>
                            <a:cs typeface="Segoe UI" panose="020B0502040204020203" pitchFamily="34" charset="0"/>
                          </a:rPr>
                          <m:t>||</m:t>
                        </m:r>
                        <m:r>
                          <a:rPr lang="en-US" sz="2800" i="1">
                            <a:latin typeface="+mn-lt"/>
                            <a:cs typeface="Segoe UI" panose="020B0502040204020203" pitchFamily="34" charset="0"/>
                          </a:rPr>
                          <m:t>𝑄</m:t>
                        </m:r>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𝐻</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𝑃</m:t>
                        </m:r>
                      </m:e>
                    </m:d>
                    <m:r>
                      <a:rPr lang="en-US" sz="2800" b="0" i="1" smtClean="0">
                        <a:latin typeface="+mn-lt"/>
                        <a:cs typeface="Segoe UI" panose="020B0502040204020203" pitchFamily="34" charset="0"/>
                      </a:rPr>
                      <m:t>+</m:t>
                    </m:r>
                    <m:r>
                      <a:rPr lang="en-US" sz="2800" i="1">
                        <a:latin typeface="+mn-lt"/>
                        <a:cs typeface="Segoe UI" panose="020B0502040204020203" pitchFamily="34" charset="0"/>
                      </a:rPr>
                      <m:t>𝐻</m:t>
                    </m:r>
                    <m:d>
                      <m:dPr>
                        <m:ctrlPr>
                          <a:rPr lang="en-US" sz="2800" i="1">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mn-lt"/>
                        <a:cs typeface="Segoe UI" panose="020B0502040204020203" pitchFamily="34" charset="0"/>
                      </a:rPr>
                      <m:t>𝐻</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mn-lt"/>
                          <a:cs typeface="Segoe UI" panose="020B0502040204020203" pitchFamily="34" charset="0"/>
                        </a:rPr>
                        <m:t>𝐻</m:t>
                      </m:r>
                      <m:d>
                        <m:dPr>
                          <m:ctrlPr>
                            <a:rPr lang="en-US" sz="2800" i="1">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𝑄</m:t>
                          </m:r>
                        </m:e>
                      </m:d>
                      <m:r>
                        <a:rPr lang="en-US" sz="2800" b="0" i="1" smtClean="0">
                          <a:latin typeface="+mn-lt"/>
                          <a:cs typeface="Segoe UI" panose="020B0502040204020203" pitchFamily="34" charset="0"/>
                        </a:rPr>
                        <m:t>=</m:t>
                      </m:r>
                      <m:nary>
                        <m:naryPr>
                          <m:chr m:val="∑"/>
                          <m:ctrlPr>
                            <a:rPr lang="en-US" sz="2800" i="1">
                              <a:latin typeface="+mn-lt"/>
                              <a:cs typeface="Segoe UI" panose="020B0502040204020203" pitchFamily="34" charset="0"/>
                            </a:rPr>
                          </m:ctrlPr>
                        </m:naryPr>
                        <m:sub>
                          <m:r>
                            <m:rPr>
                              <m:brk m:alnAt="23"/>
                            </m:rPr>
                            <a:rPr lang="en-US" sz="2800" i="1">
                              <a:latin typeface="+mn-lt"/>
                              <a:cs typeface="Segoe UI" panose="020B0502040204020203" pitchFamily="34" charset="0"/>
                            </a:rPr>
                            <m:t>𝑖</m:t>
                          </m:r>
                          <m:r>
                            <a:rPr lang="en-US" sz="2800" i="1">
                              <a:latin typeface="+mn-lt"/>
                              <a:cs typeface="Segoe UI" panose="020B0502040204020203" pitchFamily="34" charset="0"/>
                            </a:rPr>
                            <m:t>=1</m:t>
                          </m:r>
                        </m:sub>
                        <m:sup>
                          <m:r>
                            <a:rPr lang="en-US" sz="2800" i="1">
                              <a:latin typeface="+mn-lt"/>
                              <a:cs typeface="Segoe UI" panose="020B0502040204020203" pitchFamily="34" charset="0"/>
                            </a:rPr>
                            <m:t>𝑛</m:t>
                          </m:r>
                        </m:sup>
                        <m:e>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𝑙𝑛</m:t>
                              </m:r>
                            </m:e>
                            <m:sub>
                              <m:r>
                                <a:rPr lang="en-US" sz="2800" i="1">
                                  <a:latin typeface="+mn-lt"/>
                                  <a:cs typeface="Segoe UI" panose="020B0502040204020203" pitchFamily="34" charset="0"/>
                                </a:rPr>
                                <m:t>𝑏</m:t>
                              </m:r>
                            </m:sub>
                          </m:sSub>
                          <m:r>
                            <a:rPr lang="en-US" sz="2800" i="1">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mn-lt"/>
                        <a:cs typeface="Segoe UI" panose="020B0502040204020203" pitchFamily="34" charset="0"/>
                      </a:rPr>
                      <m:t>𝑃</m:t>
                    </m:r>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mn-lt"/>
                          <a:cs typeface="Segoe UI" panose="020B0502040204020203" pitchFamily="34" charset="0"/>
                        </a:rPr>
                        <m:t>𝐻</m:t>
                      </m:r>
                      <m:d>
                        <m:dPr>
                          <m:ctrlPr>
                            <a:rPr lang="en-US" sz="2800" i="1">
                              <a:latin typeface="+mn-lt"/>
                              <a:cs typeface="Segoe UI" panose="020B0502040204020203" pitchFamily="34" charset="0"/>
                            </a:rPr>
                          </m:ctrlPr>
                        </m:dPr>
                        <m:e>
                          <m:r>
                            <a:rPr lang="en-US" sz="2800" b="0" i="1" smtClean="0">
                              <a:latin typeface="+mn-lt"/>
                              <a:cs typeface="Segoe UI" panose="020B0502040204020203" pitchFamily="34" charset="0"/>
                            </a:rPr>
                            <m:t>𝑃</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𝑄</m:t>
                          </m:r>
                        </m:e>
                      </m:d>
                      <m:r>
                        <a:rPr lang="en-US" sz="2800" b="0" i="1" smtClean="0">
                          <a:latin typeface="+mn-lt"/>
                          <a:cs typeface="Segoe UI" panose="020B0502040204020203" pitchFamily="34" charset="0"/>
                        </a:rPr>
                        <m:t>=</m:t>
                      </m:r>
                      <m:nary>
                        <m:naryPr>
                          <m:chr m:val="∑"/>
                          <m:ctrlPr>
                            <a:rPr lang="en-US" sz="2800" i="1">
                              <a:latin typeface="+mn-lt"/>
                              <a:cs typeface="Segoe UI" panose="020B0502040204020203" pitchFamily="34" charset="0"/>
                            </a:rPr>
                          </m:ctrlPr>
                        </m:naryPr>
                        <m:sub>
                          <m:r>
                            <m:rPr>
                              <m:brk m:alnAt="23"/>
                            </m:rPr>
                            <a:rPr lang="en-US" sz="2800" i="1">
                              <a:latin typeface="+mn-lt"/>
                              <a:cs typeface="Segoe UI" panose="020B0502040204020203" pitchFamily="34" charset="0"/>
                            </a:rPr>
                            <m:t>𝑖</m:t>
                          </m:r>
                          <m:r>
                            <a:rPr lang="en-US" sz="2800" i="1">
                              <a:latin typeface="+mn-lt"/>
                              <a:cs typeface="Segoe UI" panose="020B0502040204020203" pitchFamily="34" charset="0"/>
                            </a:rPr>
                            <m:t>=1</m:t>
                          </m:r>
                        </m:sub>
                        <m:sup>
                          <m:r>
                            <a:rPr lang="en-US" sz="2800" i="1">
                              <a:latin typeface="+mn-lt"/>
                              <a:cs typeface="Segoe UI" panose="020B0502040204020203" pitchFamily="34" charset="0"/>
                            </a:rPr>
                            <m:t>𝑛</m:t>
                          </m:r>
                        </m:sup>
                        <m:e>
                          <m:r>
                            <a:rPr lang="en-US" sz="2800" i="1">
                              <a:latin typeface="+mn-lt"/>
                              <a:cs typeface="Segoe UI" panose="020B0502040204020203" pitchFamily="34" charset="0"/>
                            </a:rPr>
                            <m:t>𝑝</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𝑙𝑛</m:t>
                              </m:r>
                            </m:e>
                            <m:sub>
                              <m:r>
                                <a:rPr lang="en-US" sz="2800" i="1">
                                  <a:latin typeface="+mn-lt"/>
                                  <a:cs typeface="Segoe UI" panose="020B0502040204020203" pitchFamily="34" charset="0"/>
                                </a:rPr>
                                <m:t>𝑏</m:t>
                              </m:r>
                            </m:sub>
                          </m:sSub>
                          <m:r>
                            <a:rPr lang="en-US" sz="2800" i="1">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mn-lt"/>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mn-lt"/>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For 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𝐻</m:t>
                      </m:r>
                      <m:d>
                        <m:dPr>
                          <m:ctrlPr>
                            <a:rPr lang="en-US" sz="2800" b="0" i="1" smtClean="0">
                              <a:latin typeface="+mn-lt"/>
                              <a:cs typeface="Segoe UI" panose="020B0502040204020203" pitchFamily="34" charset="0"/>
                            </a:rPr>
                          </m:ctrlPr>
                        </m:dPr>
                        <m:e>
                          <m:r>
                            <m:rPr>
                              <m:sty m:val="p"/>
                            </m:rPr>
                            <a:rPr lang="el-GR" sz="2800" b="0" i="1" smtClean="0">
                              <a:latin typeface="+mn-lt"/>
                              <a:ea typeface="Cambria Math" panose="02040503050406030204" pitchFamily="18" charset="0"/>
                              <a:cs typeface="Segoe UI" panose="020B0502040204020203" pitchFamily="34" charset="0"/>
                            </a:rPr>
                            <m:t>Γ</m:t>
                          </m:r>
                          <m:r>
                            <a:rPr lang="en-US" sz="2800" b="0" i="1" smtClean="0">
                              <a:latin typeface="+mn-lt"/>
                              <a:ea typeface="Cambria Math" panose="02040503050406030204" pitchFamily="18" charset="0"/>
                              <a:cs typeface="Segoe UI" panose="020B0502040204020203" pitchFamily="34" charset="0"/>
                            </a:rPr>
                            <m:t>,</m:t>
                          </m:r>
                          <m:r>
                            <a:rPr lang="en-US" sz="2800" b="0" i="1" smtClean="0">
                              <a:latin typeface="+mn-lt"/>
                              <a:ea typeface="Cambria Math" panose="02040503050406030204" pitchFamily="18" charset="0"/>
                              <a:cs typeface="Segoe UI" panose="020B0502040204020203" pitchFamily="34" charset="0"/>
                            </a:rPr>
                            <m:t>𝑞</m:t>
                          </m:r>
                        </m:e>
                      </m:d>
                      <m:r>
                        <a:rPr lang="en-US" sz="2800" b="0" i="1" smtClean="0">
                          <a:latin typeface="+mn-lt"/>
                          <a:ea typeface="Cambria Math" panose="02040503050406030204" pitchFamily="18" charset="0"/>
                          <a:cs typeface="Segoe UI" panose="020B0502040204020203" pitchFamily="34" charset="0"/>
                        </a:rPr>
                        <m:t>=</m:t>
                      </m:r>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𝐸</m:t>
                          </m:r>
                        </m:e>
                        <m:sub>
                          <m:r>
                            <a:rPr lang="en-US" sz="2800" i="1">
                              <a:latin typeface="+mn-lt"/>
                              <a:cs typeface="Segoe UI" panose="020B0502040204020203" pitchFamily="34" charset="0"/>
                            </a:rPr>
                            <m:t>𝑝</m:t>
                          </m:r>
                        </m:sub>
                      </m:sSub>
                      <m:d>
                        <m:dPr>
                          <m:begChr m:val="["/>
                          <m:endChr m:val="]"/>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𝑙𝑜𝑔</m:t>
                              </m:r>
                            </m:e>
                            <m:sub>
                              <m:r>
                                <a:rPr lang="en-US" sz="2800" i="1">
                                  <a:latin typeface="+mn-lt"/>
                                  <a:cs typeface="Segoe UI" panose="020B0502040204020203" pitchFamily="34" charset="0"/>
                                </a:rPr>
                                <m:t>2</m:t>
                              </m:r>
                            </m:sub>
                          </m:sSub>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𝑞</m:t>
                              </m:r>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𝑥</m:t>
                                  </m:r>
                                </m:e>
                              </m:d>
                            </m:e>
                          </m:d>
                        </m:e>
                      </m:d>
                      <m:r>
                        <a:rPr lang="en-US" sz="2800" i="1">
                          <a:latin typeface="+mn-lt"/>
                          <a:cs typeface="Segoe UI" panose="020B0502040204020203" pitchFamily="34" charset="0"/>
                        </a:rPr>
                        <m:t>=</m:t>
                      </m:r>
                      <m:r>
                        <a:rPr lang="en-US" sz="2800" b="0" i="1" smtClean="0">
                          <a:latin typeface="+mn-lt"/>
                          <a:ea typeface="Cambria Math" panose="02040503050406030204" pitchFamily="18" charset="0"/>
                          <a:cs typeface="Segoe UI" panose="020B0502040204020203" pitchFamily="34" charset="0"/>
                        </a:rPr>
                        <m:t>−</m:t>
                      </m:r>
                      <m:f>
                        <m:fPr>
                          <m:ctrlPr>
                            <a:rPr lang="en-US" sz="2800" i="1">
                              <a:latin typeface="+mn-lt"/>
                              <a:ea typeface="Cambria Math" panose="02040503050406030204" pitchFamily="18" charset="0"/>
                              <a:cs typeface="Segoe UI" panose="020B0502040204020203" pitchFamily="34" charset="0"/>
                            </a:rPr>
                          </m:ctrlPr>
                        </m:fPr>
                        <m:num>
                          <m:r>
                            <a:rPr lang="en-US" sz="2800" i="1">
                              <a:latin typeface="+mn-lt"/>
                              <a:ea typeface="Cambria Math" panose="02040503050406030204" pitchFamily="18" charset="0"/>
                              <a:cs typeface="Segoe UI" panose="020B0502040204020203" pitchFamily="34" charset="0"/>
                            </a:rPr>
                            <m:t>1</m:t>
                          </m:r>
                        </m:num>
                        <m:den>
                          <m:r>
                            <a:rPr lang="en-US" sz="2800" i="1">
                              <a:latin typeface="+mn-lt"/>
                              <a:ea typeface="Cambria Math" panose="02040503050406030204" pitchFamily="18" charset="0"/>
                              <a:cs typeface="Segoe UI" panose="020B0502040204020203" pitchFamily="34" charset="0"/>
                            </a:rPr>
                            <m:t>𝑁</m:t>
                          </m:r>
                        </m:den>
                      </m:f>
                      <m:nary>
                        <m:naryPr>
                          <m:chr m:val="∑"/>
                          <m:ctrlPr>
                            <a:rPr lang="en-US" sz="2800" b="0" i="1" smtClean="0">
                              <a:latin typeface="+mn-lt"/>
                              <a:ea typeface="Cambria Math" panose="02040503050406030204" pitchFamily="18" charset="0"/>
                              <a:cs typeface="Segoe UI" panose="020B0502040204020203" pitchFamily="34" charset="0"/>
                            </a:rPr>
                          </m:ctrlPr>
                        </m:naryPr>
                        <m:sub>
                          <m:r>
                            <m:rPr>
                              <m:brk m:alnAt="23"/>
                            </m:rPr>
                            <a:rPr lang="en-US" sz="2800" b="0" i="1" smtClean="0">
                              <a:latin typeface="+mn-lt"/>
                              <a:ea typeface="Cambria Math" panose="02040503050406030204" pitchFamily="18" charset="0"/>
                              <a:cs typeface="Segoe UI" panose="020B0502040204020203" pitchFamily="34" charset="0"/>
                            </a:rPr>
                            <m:t>𝑖</m:t>
                          </m:r>
                          <m:r>
                            <a:rPr lang="en-US" sz="2800" b="0" i="1" smtClean="0">
                              <a:latin typeface="+mn-lt"/>
                              <a:ea typeface="Cambria Math" panose="02040503050406030204" pitchFamily="18" charset="0"/>
                              <a:cs typeface="Segoe UI" panose="020B0502040204020203" pitchFamily="34" charset="0"/>
                            </a:rPr>
                            <m:t>=1</m:t>
                          </m:r>
                        </m:sub>
                        <m:sup>
                          <m:r>
                            <a:rPr lang="en-US" sz="2800" b="0" i="1" smtClean="0">
                              <a:latin typeface="+mn-lt"/>
                              <a:ea typeface="Cambria Math" panose="02040503050406030204" pitchFamily="18" charset="0"/>
                              <a:cs typeface="Segoe UI" panose="020B0502040204020203" pitchFamily="34" charset="0"/>
                            </a:rPr>
                            <m:t>𝑛</m:t>
                          </m:r>
                        </m:sup>
                        <m:e>
                          <m:r>
                            <a:rPr lang="en-US" sz="2800" b="0" i="1" smtClean="0">
                              <a:latin typeface="+mn-lt"/>
                              <a:ea typeface="Cambria Math" panose="02040503050406030204" pitchFamily="18" charset="0"/>
                              <a:cs typeface="Segoe UI" panose="020B0502040204020203" pitchFamily="34" charset="0"/>
                            </a:rPr>
                            <m:t> </m:t>
                          </m:r>
                        </m:e>
                      </m:nary>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𝑙𝑛</m:t>
                          </m:r>
                        </m:e>
                        <m:sub>
                          <m:r>
                            <a:rPr lang="en-US" sz="2800" b="0" i="1" smtClean="0">
                              <a:latin typeface="+mn-lt"/>
                              <a:cs typeface="Segoe UI" panose="020B0502040204020203" pitchFamily="34" charset="0"/>
                            </a:rPr>
                            <m:t>2</m:t>
                          </m:r>
                        </m:sub>
                      </m:sSub>
                      <m:r>
                        <a:rPr lang="en-US" sz="2800" i="1">
                          <a:latin typeface="+mn-lt"/>
                          <a:cs typeface="Segoe UI" panose="020B0502040204020203" pitchFamily="34" charset="0"/>
                        </a:rPr>
                        <m:t>𝑞</m:t>
                      </m:r>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mn-lt"/>
                        <a:cs typeface="Segoe UI" panose="020B0502040204020203" pitchFamily="34" charset="0"/>
                      </a:rPr>
                      <m:t>𝑓</m:t>
                    </m:r>
                    <m:d>
                      <m:dPr>
                        <m:ctrlPr>
                          <a:rPr lang="en-US" sz="2800" i="1">
                            <a:latin typeface="+mn-lt"/>
                            <a:cs typeface="Segoe UI" panose="020B0502040204020203" pitchFamily="34" charset="0"/>
                          </a:rPr>
                        </m:ctrlPr>
                      </m:dPr>
                      <m:e>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r>
                          <a:rPr lang="en-US" sz="2800" i="1">
                            <a:latin typeface="+mn-lt"/>
                            <a:cs typeface="Segoe UI" panose="020B0502040204020203" pitchFamily="34" charset="0"/>
                          </a:rPr>
                          <m:t>,</m:t>
                        </m:r>
                        <m:r>
                          <a:rPr lang="en-US" sz="2800" i="1">
                            <a:latin typeface="+mn-lt"/>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𝑥</m:t>
                        </m:r>
                      </m:e>
                      <m:sub>
                        <m:r>
                          <a:rPr lang="en-US" sz="2800" b="0" i="1" smtClean="0">
                            <a:latin typeface="+mn-lt"/>
                            <a:cs typeface="Segoe UI" panose="020B0502040204020203" pitchFamily="34" charset="0"/>
                          </a:rPr>
                          <m:t>𝑖</m:t>
                        </m:r>
                      </m:sub>
                    </m:sSub>
                    <m:r>
                      <a:rPr lang="en-US" sz="2800" b="0" i="1" smtClean="0">
                        <a:latin typeface="+mn-lt"/>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𝑑𝑎𝑡𝑎</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𝑚𝑜𝑑𝑒𝑙</m:t>
                          </m:r>
                        </m:e>
                      </m:d>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𝑃</m:t>
                      </m:r>
                      <m:d>
                        <m:dPr>
                          <m:ctrlPr>
                            <a:rPr lang="en-US" sz="2800" b="0" i="1" smtClean="0">
                              <a:latin typeface="+mn-lt"/>
                              <a:cs typeface="Segoe UI" panose="020B0502040204020203" pitchFamily="34" charset="0"/>
                            </a:rPr>
                          </m:ctrlPr>
                        </m:dPr>
                        <m:e>
                          <m:sSub>
                            <m:sSubPr>
                              <m:ctrlPr>
                                <a:rPr lang="en-US" sz="2800" b="0" i="1" smtClean="0">
                                  <a:latin typeface="+mn-lt"/>
                                  <a:cs typeface="Segoe UI" panose="020B0502040204020203" pitchFamily="34" charset="0"/>
                                </a:rPr>
                              </m:ctrlPr>
                            </m:sSubPr>
                            <m:e>
                              <m:r>
                                <a:rPr lang="en-US" sz="2800" b="0" i="1" smtClean="0">
                                  <a:latin typeface="+mn-lt"/>
                                  <a:cs typeface="Segoe UI" panose="020B0502040204020203" pitchFamily="34" charset="0"/>
                                </a:rPr>
                                <m:t>𝑥</m:t>
                              </m:r>
                            </m:e>
                            <m:sub>
                              <m:r>
                                <a:rPr lang="en-US" sz="2800" b="0" i="1" smtClean="0">
                                  <a:latin typeface="+mn-lt"/>
                                  <a:cs typeface="Segoe UI" panose="020B0502040204020203" pitchFamily="34" charset="0"/>
                                </a:rPr>
                                <m:t>𝑖</m:t>
                              </m:r>
                            </m:sub>
                          </m:sSub>
                        </m:e>
                        <m:e>
                          <m:r>
                            <a:rPr lang="en-US" sz="2800" b="0" i="1" smtClean="0">
                              <a:latin typeface="+mn-lt"/>
                              <a:cs typeface="Segoe UI" panose="020B0502040204020203" pitchFamily="34" charset="0"/>
                            </a:rPr>
                            <m:t>𝑓</m:t>
                          </m:r>
                          <m:d>
                            <m:dPr>
                              <m:ctrlPr>
                                <a:rPr lang="en-US" sz="2800" b="0" i="1" smtClean="0">
                                  <a:latin typeface="+mn-lt"/>
                                  <a:cs typeface="Segoe UI" panose="020B0502040204020203" pitchFamily="34" charset="0"/>
                                </a:rPr>
                              </m:ctrlPr>
                            </m:dPr>
                            <m:e>
                              <m:acc>
                                <m:accPr>
                                  <m:chr m:val="̂"/>
                                  <m:ctrlPr>
                                    <a:rPr lang="en-US" sz="2800" b="0" i="1" smtClean="0">
                                      <a:latin typeface="+mn-lt"/>
                                      <a:cs typeface="Segoe UI" panose="020B0502040204020203" pitchFamily="34" charset="0"/>
                                    </a:rPr>
                                  </m:ctrlPr>
                                </m:accPr>
                                <m:e>
                                  <m:r>
                                    <a:rPr lang="en-US" sz="2800" b="0" i="1" smtClean="0">
                                      <a:latin typeface="+mn-lt"/>
                                      <a:cs typeface="Segoe UI" panose="020B0502040204020203" pitchFamily="34" charset="0"/>
                                    </a:rPr>
                                    <m:t>𝑢</m:t>
                                  </m:r>
                                </m:e>
                              </m:acc>
                              <m:r>
                                <a:rPr lang="en-US" sz="2800" b="0" i="1" smtClean="0">
                                  <a:latin typeface="+mn-lt"/>
                                  <a:cs typeface="Segoe UI" panose="020B0502040204020203" pitchFamily="34" charset="0"/>
                                </a:rPr>
                                <m:t>,</m:t>
                              </m:r>
                              <m:r>
                                <a:rPr lang="en-US" sz="2800" b="0" i="1" smtClean="0">
                                  <a:latin typeface="+mn-lt"/>
                                  <a:ea typeface="Cambria Math" panose="02040503050406030204" pitchFamily="18" charset="0"/>
                                  <a:cs typeface="Segoe UI" panose="020B0502040204020203" pitchFamily="34" charset="0"/>
                                </a:rPr>
                                <m:t>𝜎</m:t>
                              </m:r>
                            </m:e>
                          </m:d>
                        </m:e>
                      </m:d>
                      <m:r>
                        <a:rPr lang="en-US" sz="2800" b="0" i="1" smtClean="0">
                          <a:latin typeface="+mn-lt"/>
                          <a:cs typeface="Segoe UI" panose="020B0502040204020203" pitchFamily="34" charset="0"/>
                        </a:rPr>
                        <m:t>=</m:t>
                      </m:r>
                      <m:f>
                        <m:fPr>
                          <m:ctrlPr>
                            <a:rPr lang="en-US" sz="2800" b="0" i="1" smtClean="0">
                              <a:latin typeface="+mn-lt"/>
                              <a:cs typeface="Segoe UI" panose="020B0502040204020203" pitchFamily="34" charset="0"/>
                            </a:rPr>
                          </m:ctrlPr>
                        </m:fPr>
                        <m:num>
                          <m:r>
                            <a:rPr lang="en-US" sz="2800" b="0" i="1" smtClean="0">
                              <a:latin typeface="+mn-lt"/>
                              <a:cs typeface="Segoe UI" panose="020B0502040204020203" pitchFamily="34" charset="0"/>
                            </a:rPr>
                            <m:t>1</m:t>
                          </m:r>
                        </m:num>
                        <m:den>
                          <m:r>
                            <a:rPr lang="en-US" sz="2800" b="0" i="1" smtClean="0">
                              <a:latin typeface="+mn-lt"/>
                              <a:cs typeface="Segoe UI" panose="020B0502040204020203" pitchFamily="34" charset="0"/>
                            </a:rPr>
                            <m:t>2</m:t>
                          </m:r>
                          <m:r>
                            <a:rPr lang="en-US" sz="2800" b="0" i="1" smtClean="0">
                              <a:latin typeface="+mn-lt"/>
                              <a:ea typeface="Cambria Math" panose="02040503050406030204" pitchFamily="18" charset="0"/>
                              <a:cs typeface="Segoe UI" panose="020B0502040204020203" pitchFamily="34" charset="0"/>
                            </a:rPr>
                            <m:t>𝜋</m:t>
                          </m:r>
                          <m:sSup>
                            <m:sSupPr>
                              <m:ctrlPr>
                                <a:rPr lang="en-US" sz="2800" b="0" i="1" smtClean="0">
                                  <a:latin typeface="+mn-lt"/>
                                  <a:ea typeface="Cambria Math" panose="02040503050406030204" pitchFamily="18" charset="0"/>
                                  <a:cs typeface="Segoe UI" panose="020B0502040204020203" pitchFamily="34" charset="0"/>
                                </a:rPr>
                              </m:ctrlPr>
                            </m:sSupPr>
                            <m:e>
                              <m:r>
                                <a:rPr lang="en-US" sz="2800" b="0" i="1" smtClean="0">
                                  <a:latin typeface="+mn-lt"/>
                                  <a:ea typeface="Cambria Math" panose="02040503050406030204" pitchFamily="18" charset="0"/>
                                  <a:cs typeface="Segoe UI" panose="020B0502040204020203" pitchFamily="34" charset="0"/>
                                </a:rPr>
                                <m:t>𝜎</m:t>
                              </m:r>
                            </m:e>
                            <m:sup>
                              <m:r>
                                <a:rPr lang="en-US" sz="2800" b="0" i="1" smtClean="0">
                                  <a:latin typeface="+mn-lt"/>
                                  <a:ea typeface="Cambria Math" panose="02040503050406030204" pitchFamily="18" charset="0"/>
                                  <a:cs typeface="Segoe UI" panose="020B0502040204020203" pitchFamily="34" charset="0"/>
                                </a:rPr>
                                <m:t>2</m:t>
                              </m:r>
                            </m:sup>
                          </m:sSup>
                        </m:den>
                      </m:f>
                      <m:sSup>
                        <m:sSupPr>
                          <m:ctrlPr>
                            <a:rPr lang="en-US" sz="2800" b="0" i="1" smtClean="0">
                              <a:latin typeface="+mn-lt"/>
                              <a:cs typeface="Segoe UI" panose="020B0502040204020203" pitchFamily="34" charset="0"/>
                            </a:rPr>
                          </m:ctrlPr>
                        </m:sSupPr>
                        <m:e>
                          <m:r>
                            <a:rPr lang="en-US" sz="2800" b="0" i="1" smtClean="0">
                              <a:latin typeface="+mn-lt"/>
                              <a:cs typeface="Segoe UI" panose="020B0502040204020203" pitchFamily="34" charset="0"/>
                            </a:rPr>
                            <m:t>𝑒</m:t>
                          </m:r>
                        </m:e>
                        <m:sup>
                          <m:f>
                            <m:fPr>
                              <m:ctrlPr>
                                <a:rPr lang="en-US" sz="2800" b="0" i="1" smtClean="0">
                                  <a:latin typeface="+mn-lt"/>
                                  <a:cs typeface="Segoe UI" panose="020B0502040204020203" pitchFamily="34" charset="0"/>
                                </a:rPr>
                              </m:ctrlPr>
                            </m:fPr>
                            <m:num>
                              <m:r>
                                <a:rPr lang="en-US" sz="2800" b="0" i="1" smtClean="0">
                                  <a:latin typeface="+mn-lt"/>
                                  <a:cs typeface="Segoe UI" panose="020B0502040204020203" pitchFamily="34" charset="0"/>
                                </a:rPr>
                                <m:t>−</m:t>
                              </m:r>
                              <m:sSup>
                                <m:sSupPr>
                                  <m:ctrlPr>
                                    <a:rPr lang="en-US" sz="2800" b="0" i="1" smtClean="0">
                                      <a:latin typeface="+mn-lt"/>
                                      <a:cs typeface="Segoe UI" panose="020B0502040204020203" pitchFamily="34" charset="0"/>
                                    </a:rPr>
                                  </m:ctrlPr>
                                </m:sSupPr>
                                <m:e>
                                  <m:d>
                                    <m:dPr>
                                      <m:ctrlPr>
                                        <a:rPr lang="en-US" sz="2800" b="0" i="1" smtClean="0">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r>
                                        <a:rPr lang="en-US" sz="2800" b="0" i="1" smtClean="0">
                                          <a:latin typeface="+mn-lt"/>
                                          <a:cs typeface="Segoe UI" panose="020B0502040204020203" pitchFamily="34" charset="0"/>
                                        </a:rPr>
                                        <m:t>−</m:t>
                                      </m:r>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e>
                                  </m:d>
                                </m:e>
                                <m:sup>
                                  <m:r>
                                    <a:rPr lang="en-US" sz="2800" b="0" i="1" smtClean="0">
                                      <a:latin typeface="+mn-lt"/>
                                      <a:cs typeface="Segoe UI" panose="020B0502040204020203" pitchFamily="34" charset="0"/>
                                    </a:rPr>
                                    <m:t>2</m:t>
                                  </m:r>
                                </m:sup>
                              </m:sSup>
                            </m:num>
                            <m:den>
                              <m:r>
                                <a:rPr lang="en-US" sz="2800" i="1">
                                  <a:latin typeface="+mn-lt"/>
                                  <a:cs typeface="Segoe UI" panose="020B0502040204020203" pitchFamily="34" charset="0"/>
                                </a:rPr>
                                <m:t>2</m:t>
                              </m:r>
                              <m:sSup>
                                <m:sSupPr>
                                  <m:ctrlPr>
                                    <a:rPr lang="en-US" sz="2800" i="1">
                                      <a:latin typeface="+mn-lt"/>
                                      <a:ea typeface="Cambria Math" panose="02040503050406030204" pitchFamily="18" charset="0"/>
                                      <a:cs typeface="Segoe UI" panose="020B0502040204020203" pitchFamily="34" charset="0"/>
                                    </a:rPr>
                                  </m:ctrlPr>
                                </m:sSupPr>
                                <m:e>
                                  <m:r>
                                    <a:rPr lang="en-US" sz="2800" i="1">
                                      <a:latin typeface="+mn-lt"/>
                                      <a:ea typeface="Cambria Math" panose="02040503050406030204" pitchFamily="18" charset="0"/>
                                      <a:cs typeface="Segoe UI" panose="020B0502040204020203" pitchFamily="34" charset="0"/>
                                    </a:rPr>
                                    <m:t>𝜎</m:t>
                                  </m:r>
                                </m:e>
                                <m:sup>
                                  <m:r>
                                    <a:rPr lang="en-US" sz="2800" i="1">
                                      <a:latin typeface="+mn-lt"/>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𝑙𝑜𝑔</m:t>
                      </m:r>
                      <m:d>
                        <m:dPr>
                          <m:ctrlPr>
                            <a:rPr lang="en-US" sz="2800" b="0" i="1" smtClean="0">
                              <a:latin typeface="+mn-lt"/>
                              <a:cs typeface="Segoe UI" panose="020B0502040204020203" pitchFamily="34" charset="0"/>
                            </a:rPr>
                          </m:ctrlPr>
                        </m:dPr>
                        <m:e>
                          <m:r>
                            <a:rPr lang="en-US" sz="2800" i="1">
                              <a:latin typeface="+mn-lt"/>
                              <a:cs typeface="Segoe UI" panose="020B0502040204020203" pitchFamily="34" charset="0"/>
                            </a:rPr>
                            <m:t>𝑃</m:t>
                          </m:r>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𝑑𝑎𝑡𝑎</m:t>
                              </m:r>
                              <m:r>
                                <a:rPr lang="en-US" sz="2800" i="1">
                                  <a:latin typeface="+mn-lt"/>
                                  <a:cs typeface="Segoe UI" panose="020B0502040204020203" pitchFamily="34" charset="0"/>
                                </a:rPr>
                                <m:t>|</m:t>
                              </m:r>
                              <m:r>
                                <a:rPr lang="en-US" sz="2800" i="1">
                                  <a:latin typeface="+mn-lt"/>
                                  <a:cs typeface="Segoe UI" panose="020B0502040204020203" pitchFamily="34" charset="0"/>
                                </a:rPr>
                                <m:t>𝑚𝑜𝑑𝑒𝑙</m:t>
                              </m:r>
                            </m:e>
                          </m:d>
                        </m:e>
                      </m:d>
                      <m:r>
                        <a:rPr lang="en-US" sz="2800" b="0" i="1" smtClean="0">
                          <a:latin typeface="+mn-lt"/>
                          <a:cs typeface="Segoe UI" panose="020B0502040204020203" pitchFamily="34" charset="0"/>
                        </a:rPr>
                        <m:t>=−</m:t>
                      </m:r>
                      <m:f>
                        <m:fPr>
                          <m:ctrlPr>
                            <a:rPr lang="en-US" sz="2800" b="0" i="1" smtClean="0">
                              <a:latin typeface="+mn-lt"/>
                              <a:cs typeface="Segoe UI" panose="020B0502040204020203" pitchFamily="34" charset="0"/>
                            </a:rPr>
                          </m:ctrlPr>
                        </m:fPr>
                        <m:num>
                          <m:r>
                            <a:rPr lang="en-US" sz="2800" b="0" i="1" smtClean="0">
                              <a:latin typeface="+mn-lt"/>
                              <a:cs typeface="Segoe UI" panose="020B0502040204020203" pitchFamily="34" charset="0"/>
                            </a:rPr>
                            <m:t>1</m:t>
                          </m:r>
                        </m:num>
                        <m:den>
                          <m:r>
                            <a:rPr lang="en-US" sz="2800" b="0" i="1" smtClean="0">
                              <a:latin typeface="+mn-lt"/>
                              <a:cs typeface="Segoe UI" panose="020B0502040204020203" pitchFamily="34" charset="0"/>
                            </a:rPr>
                            <m:t>2</m:t>
                          </m:r>
                        </m:den>
                      </m:f>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𝑙𝑜𝑔</m:t>
                          </m:r>
                          <m:d>
                            <m:dPr>
                              <m:ctrlPr>
                                <a:rPr lang="en-US" sz="2800" b="0" i="1" smtClean="0">
                                  <a:latin typeface="+mn-lt"/>
                                  <a:cs typeface="Segoe UI" panose="020B0502040204020203" pitchFamily="34" charset="0"/>
                                </a:rPr>
                              </m:ctrlPr>
                            </m:dPr>
                            <m:e>
                              <m:r>
                                <a:rPr lang="en-US" sz="2800" i="1">
                                  <a:latin typeface="+mn-lt"/>
                                  <a:cs typeface="Segoe UI" panose="020B0502040204020203" pitchFamily="34" charset="0"/>
                                </a:rPr>
                                <m:t>2</m:t>
                              </m:r>
                              <m:r>
                                <a:rPr lang="en-US" sz="2800" i="1">
                                  <a:latin typeface="+mn-lt"/>
                                  <a:ea typeface="Cambria Math" panose="02040503050406030204" pitchFamily="18" charset="0"/>
                                  <a:cs typeface="Segoe UI" panose="020B0502040204020203" pitchFamily="34" charset="0"/>
                                </a:rPr>
                                <m:t>𝜋</m:t>
                              </m:r>
                              <m:sSup>
                                <m:sSupPr>
                                  <m:ctrlPr>
                                    <a:rPr lang="en-US" sz="2800" i="1">
                                      <a:latin typeface="+mn-lt"/>
                                      <a:ea typeface="Cambria Math" panose="02040503050406030204" pitchFamily="18" charset="0"/>
                                      <a:cs typeface="Segoe UI" panose="020B0502040204020203" pitchFamily="34" charset="0"/>
                                    </a:rPr>
                                  </m:ctrlPr>
                                </m:sSupPr>
                                <m:e>
                                  <m:r>
                                    <a:rPr lang="en-US" sz="2800" i="1">
                                      <a:latin typeface="+mn-lt"/>
                                      <a:ea typeface="Cambria Math" panose="02040503050406030204" pitchFamily="18" charset="0"/>
                                      <a:cs typeface="Segoe UI" panose="020B0502040204020203" pitchFamily="34" charset="0"/>
                                    </a:rPr>
                                    <m:t>𝜎</m:t>
                                  </m:r>
                                </m:e>
                                <m:sup>
                                  <m:r>
                                    <a:rPr lang="en-US" sz="2800" i="1">
                                      <a:latin typeface="+mn-lt"/>
                                      <a:ea typeface="Cambria Math" panose="02040503050406030204" pitchFamily="18" charset="0"/>
                                      <a:cs typeface="Segoe UI" panose="020B0502040204020203" pitchFamily="34" charset="0"/>
                                    </a:rPr>
                                    <m:t>2</m:t>
                                  </m:r>
                                </m:sup>
                              </m:sSup>
                            </m:e>
                          </m:d>
                        </m:e>
                      </m:d>
                      <m:r>
                        <a:rPr lang="en-US" sz="2800" b="0" i="1" smtClean="0">
                          <a:latin typeface="+mn-lt"/>
                          <a:cs typeface="Segoe UI" panose="020B0502040204020203" pitchFamily="34" charset="0"/>
                        </a:rPr>
                        <m:t>+</m:t>
                      </m:r>
                      <m:f>
                        <m:fPr>
                          <m:ctrlPr>
                            <a:rPr lang="en-US" sz="2800" i="1">
                              <a:latin typeface="+mn-lt"/>
                              <a:cs typeface="Segoe UI" panose="020B0502040204020203" pitchFamily="34" charset="0"/>
                            </a:rPr>
                          </m:ctrlPr>
                        </m:fPr>
                        <m:num>
                          <m:sSup>
                            <m:sSupPr>
                              <m:ctrlPr>
                                <a:rPr lang="en-US" sz="2800" i="1" smtClean="0">
                                  <a:latin typeface="+mn-lt"/>
                                  <a:cs typeface="Segoe UI" panose="020B0502040204020203" pitchFamily="34" charset="0"/>
                                </a:rPr>
                              </m:ctrlPr>
                            </m:sSupPr>
                            <m:e>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r>
                                    <a:rPr lang="en-US" sz="2800" i="1">
                                      <a:latin typeface="+mn-lt"/>
                                      <a:cs typeface="Segoe UI" panose="020B0502040204020203" pitchFamily="34" charset="0"/>
                                    </a:rPr>
                                    <m:t>−</m:t>
                                  </m:r>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e>
                              </m:d>
                            </m:e>
                            <m:sup>
                              <m:r>
                                <a:rPr lang="en-US" sz="2800" i="1">
                                  <a:latin typeface="+mn-lt"/>
                                  <a:cs typeface="Segoe UI" panose="020B0502040204020203" pitchFamily="34" charset="0"/>
                                </a:rPr>
                                <m:t>2</m:t>
                              </m:r>
                            </m:sup>
                          </m:sSup>
                        </m:num>
                        <m:den>
                          <m:r>
                            <a:rPr lang="en-US" sz="2800" i="1">
                              <a:latin typeface="+mn-lt"/>
                              <a:cs typeface="Segoe UI" panose="020B0502040204020203" pitchFamily="34" charset="0"/>
                            </a:rPr>
                            <m:t>2</m:t>
                          </m:r>
                          <m:sSup>
                            <m:sSupPr>
                              <m:ctrlPr>
                                <a:rPr lang="en-US" sz="2800" i="1">
                                  <a:latin typeface="+mn-lt"/>
                                  <a:ea typeface="Cambria Math" panose="02040503050406030204" pitchFamily="18" charset="0"/>
                                  <a:cs typeface="Segoe UI" panose="020B0502040204020203" pitchFamily="34" charset="0"/>
                                </a:rPr>
                              </m:ctrlPr>
                            </m:sSupPr>
                            <m:e>
                              <m:r>
                                <a:rPr lang="en-US" sz="2800" i="1">
                                  <a:latin typeface="+mn-lt"/>
                                  <a:ea typeface="Cambria Math" panose="02040503050406030204" pitchFamily="18" charset="0"/>
                                  <a:cs typeface="Segoe UI" panose="020B0502040204020203" pitchFamily="34" charset="0"/>
                                </a:rPr>
                                <m:t>𝜎</m:t>
                              </m:r>
                            </m:e>
                            <m:sup>
                              <m:r>
                                <a:rPr lang="en-US" sz="2800" i="1">
                                  <a:latin typeface="+mn-lt"/>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mn-lt"/>
                            <a:cs typeface="Segoe UI" panose="020B0502040204020203" pitchFamily="34" charset="0"/>
                          </a:rPr>
                        </m:ctrlPr>
                      </m:accPr>
                      <m:e>
                        <m:r>
                          <a:rPr lang="en-US" sz="2800" i="1">
                            <a:latin typeface="+mn-lt"/>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mn-lt"/>
                        <a:cs typeface="Segoe UI" panose="020B0502040204020203" pitchFamily="34" charset="0"/>
                      </a:rPr>
                      <m:t>𝑋</m:t>
                    </m:r>
                    <m:r>
                      <a:rPr lang="en-US" sz="2800" b="0" i="1" smtClean="0">
                        <a:latin typeface="+mn-lt"/>
                        <a:cs typeface="Segoe UI" panose="020B0502040204020203" pitchFamily="34" charset="0"/>
                      </a:rPr>
                      <m:t>=</m:t>
                    </m:r>
                    <m:d>
                      <m:dPr>
                        <m:begChr m:val="{"/>
                        <m:endChr m:val="}"/>
                        <m:ctrlPr>
                          <a:rPr lang="en-US" sz="2800" b="0" i="1" smtClean="0">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b="0" i="1" smtClean="0">
                                <a:latin typeface="+mn-lt"/>
                                <a:cs typeface="Segoe UI" panose="020B0502040204020203" pitchFamily="34" charset="0"/>
                              </a:rPr>
                              <m:t>1</m:t>
                            </m:r>
                          </m:sub>
                        </m:sSub>
                        <m:r>
                          <a:rPr lang="en-US" sz="2800" b="0" i="1" smtClean="0">
                            <a:latin typeface="+mn-lt"/>
                            <a:cs typeface="Segoe UI" panose="020B0502040204020203" pitchFamily="34" charset="0"/>
                          </a:rPr>
                          <m:t>,</m:t>
                        </m:r>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b="0" i="1" smtClean="0">
                                <a:latin typeface="+mn-lt"/>
                                <a:cs typeface="Segoe UI" panose="020B0502040204020203" pitchFamily="34" charset="0"/>
                              </a:rPr>
                              <m:t>2</m:t>
                            </m:r>
                          </m:sub>
                        </m:sSub>
                        <m:r>
                          <a:rPr lang="en-US" sz="2800" b="0" i="1" smtClean="0">
                            <a:latin typeface="+mn-lt"/>
                            <a:cs typeface="Segoe UI" panose="020B0502040204020203" pitchFamily="34" charset="0"/>
                          </a:rPr>
                          <m:t>,</m:t>
                        </m:r>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b="0" i="1" smtClean="0">
                                <a:latin typeface="+mn-lt"/>
                                <a:cs typeface="Segoe UI" panose="020B0502040204020203" pitchFamily="34" charset="0"/>
                              </a:rPr>
                              <m:t>3</m:t>
                            </m:r>
                          </m:sub>
                        </m:sSub>
                        <m:r>
                          <a:rPr lang="en-US" sz="2800" b="0" i="1" smtClean="0">
                            <a:latin typeface="+mn-lt"/>
                            <a:cs typeface="Segoe UI" panose="020B0502040204020203" pitchFamily="34" charset="0"/>
                          </a:rPr>
                          <m:t>,…</m:t>
                        </m:r>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b="0" i="1" smtClean="0">
                                <a:latin typeface="+mn-lt"/>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just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mn-lt"/>
                          <a:cs typeface="Segoe UI" panose="020B0502040204020203" pitchFamily="34" charset="0"/>
                        </a:rPr>
                        <m:t>𝑚𝑖𝑛</m:t>
                      </m:r>
                      <m:d>
                        <m:dPr>
                          <m:ctrlPr>
                            <a:rPr lang="en-US" sz="2800" b="0" i="1" smtClean="0">
                              <a:latin typeface="+mn-lt"/>
                              <a:cs typeface="Segoe UI" panose="020B0502040204020203" pitchFamily="34" charset="0"/>
                            </a:rPr>
                          </m:ctrlPr>
                        </m:dPr>
                        <m:e>
                          <m:r>
                            <a:rPr lang="en-US" sz="2800" i="1">
                              <a:latin typeface="+mn-lt"/>
                              <a:cs typeface="Segoe UI" panose="020B0502040204020203" pitchFamily="34" charset="0"/>
                            </a:rPr>
                            <m:t>𝐻</m:t>
                          </m:r>
                          <m:d>
                            <m:dPr>
                              <m:ctrlPr>
                                <a:rPr lang="en-US" sz="2800" i="1">
                                  <a:latin typeface="+mn-lt"/>
                                  <a:cs typeface="Segoe UI" panose="020B0502040204020203" pitchFamily="34" charset="0"/>
                                </a:rPr>
                              </m:ctrlPr>
                            </m:dPr>
                            <m:e>
                              <m:r>
                                <a:rPr lang="en-US" sz="2800" i="1">
                                  <a:latin typeface="+mn-lt"/>
                                  <a:cs typeface="Segoe UI" panose="020B0502040204020203" pitchFamily="34" charset="0"/>
                                </a:rPr>
                                <m:t>𝑃</m:t>
                              </m:r>
                              <m:r>
                                <a:rPr lang="en-US" sz="2800" i="1">
                                  <a:latin typeface="+mn-lt"/>
                                  <a:cs typeface="Segoe UI" panose="020B0502040204020203" pitchFamily="34" charset="0"/>
                                </a:rPr>
                                <m:t>,</m:t>
                              </m:r>
                              <m:r>
                                <a:rPr lang="en-US" sz="2800" i="1">
                                  <a:latin typeface="+mn-lt"/>
                                  <a:cs typeface="Segoe UI" panose="020B0502040204020203" pitchFamily="34" charset="0"/>
                                </a:rPr>
                                <m:t>𝑄</m:t>
                              </m:r>
                            </m:e>
                          </m:d>
                        </m:e>
                      </m:d>
                      <m:r>
                        <a:rPr lang="en-US" sz="2800" i="1">
                          <a:latin typeface="+mn-lt"/>
                          <a:ea typeface="Cambria Math" panose="02040503050406030204" pitchFamily="18" charset="0"/>
                          <a:cs typeface="Segoe UI" panose="020B0502040204020203" pitchFamily="34" charset="0"/>
                        </a:rPr>
                        <m:t>⇒</m:t>
                      </m:r>
                      <m:func>
                        <m:funcPr>
                          <m:ctrlPr>
                            <a:rPr lang="en-US" sz="2800" i="1" smtClean="0">
                              <a:latin typeface="+mn-lt"/>
                              <a:ea typeface="Cambria Math" panose="02040503050406030204" pitchFamily="18" charset="0"/>
                              <a:cs typeface="Segoe UI" panose="020B0502040204020203" pitchFamily="34" charset="0"/>
                            </a:rPr>
                          </m:ctrlPr>
                        </m:funcPr>
                        <m:fName>
                          <m:limLow>
                            <m:limLowPr>
                              <m:ctrlPr>
                                <a:rPr lang="en-US" sz="2800" i="1" smtClean="0">
                                  <a:latin typeface="+mn-lt"/>
                                  <a:ea typeface="Cambria Math" panose="02040503050406030204" pitchFamily="18" charset="0"/>
                                  <a:cs typeface="Segoe UI" panose="020B0502040204020203" pitchFamily="34" charset="0"/>
                                </a:rPr>
                              </m:ctrlPr>
                            </m:limLowPr>
                            <m:e>
                              <m:r>
                                <a:rPr lang="en-US" sz="2800" b="0" i="1" smtClean="0">
                                  <a:latin typeface="+mn-lt"/>
                                  <a:ea typeface="Cambria Math" panose="02040503050406030204" pitchFamily="18" charset="0"/>
                                  <a:cs typeface="Segoe UI" panose="020B0502040204020203" pitchFamily="34" charset="0"/>
                                </a:rPr>
                                <m:t>𝑎𝑟𝑔</m:t>
                              </m:r>
                              <m:r>
                                <m:rPr>
                                  <m:sty m:val="p"/>
                                </m:rPr>
                                <a:rPr lang="en-US" sz="2800" i="0" smtClean="0">
                                  <a:latin typeface="+mn-lt"/>
                                  <a:ea typeface="Cambria Math" panose="02040503050406030204" pitchFamily="18" charset="0"/>
                                  <a:cs typeface="Segoe UI" panose="020B0502040204020203" pitchFamily="34" charset="0"/>
                                </a:rPr>
                                <m:t>min</m:t>
                              </m:r>
                            </m:e>
                            <m:lim>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lim>
                          </m:limLow>
                        </m:fName>
                        <m:e>
                          <m:nary>
                            <m:naryPr>
                              <m:chr m:val="∑"/>
                              <m:ctrlPr>
                                <a:rPr lang="en-US" sz="2800" i="1" smtClean="0">
                                  <a:latin typeface="+mn-lt"/>
                                  <a:ea typeface="Cambria Math" panose="02040503050406030204" pitchFamily="18" charset="0"/>
                                  <a:cs typeface="Segoe UI" panose="020B0502040204020203" pitchFamily="34" charset="0"/>
                                </a:rPr>
                              </m:ctrlPr>
                            </m:naryPr>
                            <m:sub>
                              <m:r>
                                <m:rPr>
                                  <m:brk m:alnAt="23"/>
                                </m:rPr>
                                <a:rPr lang="en-US" sz="2800" b="0" i="1" smtClean="0">
                                  <a:latin typeface="+mn-lt"/>
                                  <a:ea typeface="Cambria Math" panose="02040503050406030204" pitchFamily="18" charset="0"/>
                                  <a:cs typeface="Segoe UI" panose="020B0502040204020203" pitchFamily="34" charset="0"/>
                                </a:rPr>
                                <m:t>𝑖</m:t>
                              </m:r>
                              <m:r>
                                <a:rPr lang="en-US" sz="2800" b="0" i="1" smtClean="0">
                                  <a:latin typeface="+mn-lt"/>
                                  <a:ea typeface="Cambria Math" panose="02040503050406030204" pitchFamily="18" charset="0"/>
                                  <a:cs typeface="Segoe UI" panose="020B0502040204020203" pitchFamily="34" charset="0"/>
                                </a:rPr>
                                <m:t>=1</m:t>
                              </m:r>
                            </m:sub>
                            <m:sup>
                              <m:r>
                                <a:rPr lang="en-US" sz="2800" b="0" i="1" smtClean="0">
                                  <a:latin typeface="+mn-lt"/>
                                  <a:ea typeface="Cambria Math" panose="02040503050406030204" pitchFamily="18" charset="0"/>
                                  <a:cs typeface="Segoe UI" panose="020B0502040204020203" pitchFamily="34" charset="0"/>
                                </a:rPr>
                                <m:t>𝑛</m:t>
                              </m:r>
                            </m:sup>
                            <m:e>
                              <m:sSup>
                                <m:sSupPr>
                                  <m:ctrlPr>
                                    <a:rPr lang="en-US" sz="2800" i="1">
                                      <a:latin typeface="+mn-lt"/>
                                      <a:cs typeface="Segoe UI" panose="020B0502040204020203" pitchFamily="34" charset="0"/>
                                    </a:rPr>
                                  </m:ctrlPr>
                                </m:sSupPr>
                                <m:e>
                                  <m:d>
                                    <m:dPr>
                                      <m:ctrlPr>
                                        <a:rPr lang="en-US" sz="2800" i="1">
                                          <a:latin typeface="+mn-lt"/>
                                          <a:cs typeface="Segoe UI" panose="020B0502040204020203" pitchFamily="34" charset="0"/>
                                        </a:rPr>
                                      </m:ctrlPr>
                                    </m:dPr>
                                    <m:e>
                                      <m:sSub>
                                        <m:sSubPr>
                                          <m:ctrlPr>
                                            <a:rPr lang="en-US" sz="2800" i="1">
                                              <a:latin typeface="+mn-lt"/>
                                              <a:cs typeface="Segoe UI" panose="020B0502040204020203" pitchFamily="34" charset="0"/>
                                            </a:rPr>
                                          </m:ctrlPr>
                                        </m:sSubPr>
                                        <m:e>
                                          <m:r>
                                            <a:rPr lang="en-US" sz="2800" i="1">
                                              <a:latin typeface="+mn-lt"/>
                                              <a:cs typeface="Segoe UI" panose="020B0502040204020203" pitchFamily="34" charset="0"/>
                                            </a:rPr>
                                            <m:t>𝑥</m:t>
                                          </m:r>
                                        </m:e>
                                        <m:sub>
                                          <m:r>
                                            <a:rPr lang="en-US" sz="2800" i="1">
                                              <a:latin typeface="+mn-lt"/>
                                              <a:cs typeface="Segoe UI" panose="020B0502040204020203" pitchFamily="34" charset="0"/>
                                            </a:rPr>
                                            <m:t>𝑖</m:t>
                                          </m:r>
                                        </m:sub>
                                      </m:sSub>
                                      <m:r>
                                        <a:rPr lang="en-US" sz="2800" i="1">
                                          <a:latin typeface="+mn-lt"/>
                                          <a:cs typeface="Segoe UI" panose="020B0502040204020203" pitchFamily="34" charset="0"/>
                                        </a:rPr>
                                        <m:t>−</m:t>
                                      </m:r>
                                      <m:acc>
                                        <m:accPr>
                                          <m:chr m:val="̂"/>
                                          <m:ctrlPr>
                                            <a:rPr lang="en-US" sz="2800" i="1">
                                              <a:latin typeface="+mn-lt"/>
                                              <a:cs typeface="Segoe UI" panose="020B0502040204020203" pitchFamily="34" charset="0"/>
                                            </a:rPr>
                                          </m:ctrlPr>
                                        </m:accPr>
                                        <m:e>
                                          <m:r>
                                            <a:rPr lang="en-US" sz="2800" i="1">
                                              <a:latin typeface="+mn-lt"/>
                                              <a:cs typeface="Segoe UI" panose="020B0502040204020203" pitchFamily="34" charset="0"/>
                                            </a:rPr>
                                            <m:t>𝑢</m:t>
                                          </m:r>
                                        </m:e>
                                      </m:acc>
                                    </m:e>
                                  </m:d>
                                </m:e>
                                <m:sup>
                                  <m:r>
                                    <a:rPr lang="en-US" sz="2800" i="1">
                                      <a:latin typeface="+mn-lt"/>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627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mn-lt"/>
                            <a:cs typeface="Segoe UI" panose="020B0502040204020203" pitchFamily="34" charset="0"/>
                          </a:rPr>
                        </m:ctrlPr>
                      </m:sSupPr>
                      <m:e>
                        <m:r>
                          <a:rPr lang="en-US" sz="2800" b="0" i="1" smtClean="0">
                            <a:latin typeface="+mn-lt"/>
                            <a:cs typeface="Segoe UI" panose="020B0502040204020203" pitchFamily="34" charset="0"/>
                          </a:rPr>
                          <m:t>𝑅</m:t>
                        </m:r>
                      </m:e>
                      <m:sup>
                        <m:r>
                          <a:rPr lang="en-US" sz="2800" b="0" i="1" smtClean="0">
                            <a:latin typeface="+mn-lt"/>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mn-lt"/>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Gradient normalization </a:t>
            </a:r>
            <a:r>
              <a:rPr lang="en-GB" sz="2400" dirty="0">
                <a:latin typeface="+mn-lt"/>
                <a:ea typeface="Segoe UI" panose="020B0502040204020203" pitchFamily="34" charset="0"/>
                <a:cs typeface="Segoe UI" panose="020B0502040204020203" pitchFamily="34" charset="0"/>
              </a:rPr>
              <a:t>– More on this later   </a:t>
            </a:r>
            <a:endParaRPr lang="en-GB" sz="2400" b="1" dirty="0">
              <a:latin typeface="+mn-lt"/>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4872020" y="2187960"/>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3887656" y="2691328"/>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4513764" y="2692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404539"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253745"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355137" y="2395129"/>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4593971" y="2541620"/>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161500" y="3177103"/>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4787608" y="3178240"/>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355137" y="3105963"/>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4593971" y="3107100"/>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167960" y="26743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5822156" y="270645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265132" y="2541620"/>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332579" y="2395129"/>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4872020" y="3088987"/>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5721226" y="3192229"/>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441804" y="3160127"/>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4872020" y="3121089"/>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973745"/>
            <a:ext cx="11525250" cy="512155"/>
          </a:xfrm>
        </p:spPr>
        <p:txBody>
          <a:bodyPr/>
          <a:lstStyle/>
          <a:p>
            <a:pPr marL="0" indent="0">
              <a:buNone/>
            </a:pPr>
            <a:r>
              <a:rPr lang="en-US" sz="2800" dirty="0">
                <a:latin typeface="Segoe UI" panose="020B0502040204020203" pitchFamily="34" charset="0"/>
                <a:cs typeface="Segoe UI" panose="020B0502040204020203" pitchFamily="34" charset="0"/>
              </a:rPr>
              <a:t>Six of the possible models with 2 hidden units: </a:t>
            </a:r>
          </a:p>
          <a:p>
            <a:endParaRPr lang="en-US" dirty="0">
              <a:latin typeface="Segoe UI" panose="020B0502040204020203" pitchFamily="34" charset="0"/>
              <a:cs typeface="Segoe UI" panose="020B0502040204020203" pitchFamily="34" charset="0"/>
            </a:endParaRPr>
          </a:p>
        </p:txBody>
      </p:sp>
      <p:sp>
        <p:nvSpPr>
          <p:cNvPr id="23" name="Oval 22">
            <a:extLst>
              <a:ext uri="{FF2B5EF4-FFF2-40B4-BE49-F238E27FC236}">
                <a16:creationId xmlns:a16="http://schemas.microsoft.com/office/drawing/2014/main" id="{89697D5C-3B56-4330-916B-207CCAD2BFFE}"/>
              </a:ext>
            </a:extLst>
          </p:cNvPr>
          <p:cNvSpPr/>
          <p:nvPr/>
        </p:nvSpPr>
        <p:spPr>
          <a:xfrm>
            <a:off x="2644088" y="174688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A42981B3-3CCE-4BDF-84D0-F2BE40C777A3}"/>
              </a:ext>
            </a:extLst>
          </p:cNvPr>
          <p:cNvSpPr/>
          <p:nvPr/>
        </p:nvSpPr>
        <p:spPr>
          <a:xfrm>
            <a:off x="2176607"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5" name="Oval 24">
            <a:extLst>
              <a:ext uri="{FF2B5EF4-FFF2-40B4-BE49-F238E27FC236}">
                <a16:creationId xmlns:a16="http://schemas.microsoft.com/office/drawing/2014/main" id="{0E635669-0F51-48FB-91B1-CA5DED1DFD88}"/>
              </a:ext>
            </a:extLst>
          </p:cNvPr>
          <p:cNvSpPr/>
          <p:nvPr/>
        </p:nvSpPr>
        <p:spPr>
          <a:xfrm>
            <a:off x="3025813"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sp>
        <p:nvSpPr>
          <p:cNvPr id="26" name="Oval 25">
            <a:extLst>
              <a:ext uri="{FF2B5EF4-FFF2-40B4-BE49-F238E27FC236}">
                <a16:creationId xmlns:a16="http://schemas.microsoft.com/office/drawing/2014/main" id="{EC48F8D9-499A-43E4-9F53-79AA5E5F173C}"/>
              </a:ext>
            </a:extLst>
          </p:cNvPr>
          <p:cNvSpPr/>
          <p:nvPr/>
        </p:nvSpPr>
        <p:spPr>
          <a:xfrm>
            <a:off x="2940028" y="223327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27" name="Oval 26">
            <a:extLst>
              <a:ext uri="{FF2B5EF4-FFF2-40B4-BE49-F238E27FC236}">
                <a16:creationId xmlns:a16="http://schemas.microsoft.com/office/drawing/2014/main" id="{9E5AA8A1-2A38-4204-8DB1-F5DA8B6C6029}"/>
              </a:ext>
            </a:extLst>
          </p:cNvPr>
          <p:cNvSpPr/>
          <p:nvPr/>
        </p:nvSpPr>
        <p:spPr>
          <a:xfrm>
            <a:off x="3594224" y="22653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28" name="Straight Arrow Connector 27">
            <a:extLst>
              <a:ext uri="{FF2B5EF4-FFF2-40B4-BE49-F238E27FC236}">
                <a16:creationId xmlns:a16="http://schemas.microsoft.com/office/drawing/2014/main" id="{EDA1C878-02D3-408F-A8A3-87C833D52989}"/>
              </a:ext>
            </a:extLst>
          </p:cNvPr>
          <p:cNvCxnSpPr>
            <a:cxnSpLocks/>
            <a:stCxn id="26" idx="0"/>
            <a:endCxn id="23" idx="5"/>
          </p:cNvCxnSpPr>
          <p:nvPr/>
        </p:nvCxnSpPr>
        <p:spPr>
          <a:xfrm flipH="1" flipV="1">
            <a:off x="3037200" y="210054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E03D1AE-C973-45D5-A11C-1E213EDCCFEC}"/>
              </a:ext>
            </a:extLst>
          </p:cNvPr>
          <p:cNvCxnSpPr>
            <a:cxnSpLocks/>
            <a:stCxn id="27" idx="1"/>
            <a:endCxn id="23" idx="6"/>
          </p:cNvCxnSpPr>
          <p:nvPr/>
        </p:nvCxnSpPr>
        <p:spPr>
          <a:xfrm flipH="1" flipV="1">
            <a:off x="3104647" y="195405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2C6B30-6C78-4929-B89C-0D71263F262E}"/>
              </a:ext>
            </a:extLst>
          </p:cNvPr>
          <p:cNvCxnSpPr>
            <a:cxnSpLocks/>
            <a:stCxn id="24" idx="7"/>
            <a:endCxn id="26" idx="3"/>
          </p:cNvCxnSpPr>
          <p:nvPr/>
        </p:nvCxnSpPr>
        <p:spPr>
          <a:xfrm flipV="1">
            <a:off x="2644088" y="264791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DE82BF7-908B-4D07-A1BB-CC2794E4C5E4}"/>
              </a:ext>
            </a:extLst>
          </p:cNvPr>
          <p:cNvCxnSpPr>
            <a:cxnSpLocks/>
            <a:stCxn id="25" idx="7"/>
            <a:endCxn id="27" idx="4"/>
          </p:cNvCxnSpPr>
          <p:nvPr/>
        </p:nvCxnSpPr>
        <p:spPr>
          <a:xfrm flipV="1">
            <a:off x="3493294" y="275115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544F57F-EC3E-4CAF-BACF-E7B8953A4774}"/>
              </a:ext>
            </a:extLst>
          </p:cNvPr>
          <p:cNvCxnSpPr>
            <a:cxnSpLocks/>
            <a:stCxn id="25" idx="0"/>
            <a:endCxn id="26" idx="4"/>
          </p:cNvCxnSpPr>
          <p:nvPr/>
        </p:nvCxnSpPr>
        <p:spPr>
          <a:xfrm flipH="1" flipV="1">
            <a:off x="3213872" y="271905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ADED465-AF7A-4660-B7DD-4BCD4A4FB3B3}"/>
              </a:ext>
            </a:extLst>
          </p:cNvPr>
          <p:cNvCxnSpPr>
            <a:cxnSpLocks/>
            <a:stCxn id="24" idx="7"/>
            <a:endCxn id="27" idx="3"/>
          </p:cNvCxnSpPr>
          <p:nvPr/>
        </p:nvCxnSpPr>
        <p:spPr>
          <a:xfrm flipV="1">
            <a:off x="2644088" y="268001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D6ABF08-194F-40A4-BAEF-11875850B037}"/>
              </a:ext>
            </a:extLst>
          </p:cNvPr>
          <p:cNvSpPr/>
          <p:nvPr/>
        </p:nvSpPr>
        <p:spPr>
          <a:xfrm>
            <a:off x="5304410" y="17789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35" name="Oval 34">
            <a:extLst>
              <a:ext uri="{FF2B5EF4-FFF2-40B4-BE49-F238E27FC236}">
                <a16:creationId xmlns:a16="http://schemas.microsoft.com/office/drawing/2014/main" id="{1C82FE78-E6AC-4082-8B4F-70C7ECB27ADE}"/>
              </a:ext>
            </a:extLst>
          </p:cNvPr>
          <p:cNvSpPr/>
          <p:nvPr/>
        </p:nvSpPr>
        <p:spPr>
          <a:xfrm>
            <a:off x="4946154" y="22834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36" name="Oval 35">
            <a:extLst>
              <a:ext uri="{FF2B5EF4-FFF2-40B4-BE49-F238E27FC236}">
                <a16:creationId xmlns:a16="http://schemas.microsoft.com/office/drawing/2014/main" id="{AF9ECB5C-BEDA-4441-8D09-2EDFA953EE65}"/>
              </a:ext>
            </a:extLst>
          </p:cNvPr>
          <p:cNvSpPr/>
          <p:nvPr/>
        </p:nvSpPr>
        <p:spPr>
          <a:xfrm>
            <a:off x="4836929"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37" name="Oval 36">
            <a:extLst>
              <a:ext uri="{FF2B5EF4-FFF2-40B4-BE49-F238E27FC236}">
                <a16:creationId xmlns:a16="http://schemas.microsoft.com/office/drawing/2014/main" id="{A04FC4F3-8C46-4B37-911B-2186D07624A0}"/>
              </a:ext>
            </a:extLst>
          </p:cNvPr>
          <p:cNvSpPr/>
          <p:nvPr/>
        </p:nvSpPr>
        <p:spPr>
          <a:xfrm>
            <a:off x="5686135"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38" name="Straight Arrow Connector 37">
            <a:extLst>
              <a:ext uri="{FF2B5EF4-FFF2-40B4-BE49-F238E27FC236}">
                <a16:creationId xmlns:a16="http://schemas.microsoft.com/office/drawing/2014/main" id="{F65276EE-A49B-44B8-A9FF-A7F50E7745B3}"/>
              </a:ext>
            </a:extLst>
          </p:cNvPr>
          <p:cNvCxnSpPr>
            <a:cxnSpLocks/>
            <a:stCxn id="35" idx="1"/>
            <a:endCxn id="34" idx="3"/>
          </p:cNvCxnSpPr>
          <p:nvPr/>
        </p:nvCxnSpPr>
        <p:spPr>
          <a:xfrm flipV="1">
            <a:off x="5026361" y="213264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C921FAE-1324-4171-A96A-E1163D16B4E1}"/>
              </a:ext>
            </a:extLst>
          </p:cNvPr>
          <p:cNvCxnSpPr>
            <a:cxnSpLocks/>
            <a:stCxn id="37" idx="0"/>
            <a:endCxn id="35" idx="4"/>
          </p:cNvCxnSpPr>
          <p:nvPr/>
        </p:nvCxnSpPr>
        <p:spPr>
          <a:xfrm flipH="1" flipV="1">
            <a:off x="5219998" y="27692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B904B3D-373D-41D9-B30B-00E5154F7581}"/>
              </a:ext>
            </a:extLst>
          </p:cNvPr>
          <p:cNvCxnSpPr>
            <a:cxnSpLocks/>
            <a:endCxn id="35" idx="3"/>
          </p:cNvCxnSpPr>
          <p:nvPr/>
        </p:nvCxnSpPr>
        <p:spPr>
          <a:xfrm flipH="1" flipV="1">
            <a:off x="5026361" y="26981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59E15E28-EE19-4C7A-87CE-1ACE242F88C0}"/>
              </a:ext>
            </a:extLst>
          </p:cNvPr>
          <p:cNvSpPr/>
          <p:nvPr/>
        </p:nvSpPr>
        <p:spPr>
          <a:xfrm>
            <a:off x="6254546"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42" name="Straight Arrow Connector 41">
            <a:extLst>
              <a:ext uri="{FF2B5EF4-FFF2-40B4-BE49-F238E27FC236}">
                <a16:creationId xmlns:a16="http://schemas.microsoft.com/office/drawing/2014/main" id="{4D057BA6-0BAE-4E2F-8DD4-5652E3186DC4}"/>
              </a:ext>
            </a:extLst>
          </p:cNvPr>
          <p:cNvCxnSpPr>
            <a:cxnSpLocks/>
            <a:stCxn id="41" idx="1"/>
            <a:endCxn id="34" idx="6"/>
          </p:cNvCxnSpPr>
          <p:nvPr/>
        </p:nvCxnSpPr>
        <p:spPr>
          <a:xfrm flipH="1" flipV="1">
            <a:off x="5764969" y="19861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AC20E95-F2B1-4331-A578-B03A732926C6}"/>
              </a:ext>
            </a:extLst>
          </p:cNvPr>
          <p:cNvCxnSpPr>
            <a:cxnSpLocks/>
            <a:stCxn id="37" idx="7"/>
            <a:endCxn id="41" idx="4"/>
          </p:cNvCxnSpPr>
          <p:nvPr/>
        </p:nvCxnSpPr>
        <p:spPr>
          <a:xfrm flipV="1">
            <a:off x="6153616" y="27832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0A7A57-8101-4800-ACB6-9B18026D7ACB}"/>
              </a:ext>
            </a:extLst>
          </p:cNvPr>
          <p:cNvCxnSpPr>
            <a:cxnSpLocks/>
            <a:stCxn id="36" idx="7"/>
            <a:endCxn id="41" idx="3"/>
          </p:cNvCxnSpPr>
          <p:nvPr/>
        </p:nvCxnSpPr>
        <p:spPr>
          <a:xfrm flipV="1">
            <a:off x="5304410" y="27121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CDCE49D-C7BB-4131-BA9F-587F62D1B5E7}"/>
              </a:ext>
            </a:extLst>
          </p:cNvPr>
          <p:cNvSpPr/>
          <p:nvPr/>
        </p:nvSpPr>
        <p:spPr>
          <a:xfrm>
            <a:off x="7964732" y="1811089"/>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46" name="Oval 45">
            <a:extLst>
              <a:ext uri="{FF2B5EF4-FFF2-40B4-BE49-F238E27FC236}">
                <a16:creationId xmlns:a16="http://schemas.microsoft.com/office/drawing/2014/main" id="{35FCD115-4E5E-4CDA-ACE4-4AE731A4B1F8}"/>
              </a:ext>
            </a:extLst>
          </p:cNvPr>
          <p:cNvSpPr/>
          <p:nvPr/>
        </p:nvSpPr>
        <p:spPr>
          <a:xfrm>
            <a:off x="7606476" y="231559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47" name="Oval 46">
            <a:extLst>
              <a:ext uri="{FF2B5EF4-FFF2-40B4-BE49-F238E27FC236}">
                <a16:creationId xmlns:a16="http://schemas.microsoft.com/office/drawing/2014/main" id="{42F6587C-3B86-48E7-A0C8-BBB5EFB9C497}"/>
              </a:ext>
            </a:extLst>
          </p:cNvPr>
          <p:cNvSpPr/>
          <p:nvPr/>
        </p:nvSpPr>
        <p:spPr>
          <a:xfrm>
            <a:off x="7497251"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48" name="Oval 47">
            <a:extLst>
              <a:ext uri="{FF2B5EF4-FFF2-40B4-BE49-F238E27FC236}">
                <a16:creationId xmlns:a16="http://schemas.microsoft.com/office/drawing/2014/main" id="{02A98208-B63F-4265-82AD-4E7270C56709}"/>
              </a:ext>
            </a:extLst>
          </p:cNvPr>
          <p:cNvSpPr/>
          <p:nvPr/>
        </p:nvSpPr>
        <p:spPr>
          <a:xfrm>
            <a:off x="8346457"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49" name="Straight Arrow Connector 48">
            <a:extLst>
              <a:ext uri="{FF2B5EF4-FFF2-40B4-BE49-F238E27FC236}">
                <a16:creationId xmlns:a16="http://schemas.microsoft.com/office/drawing/2014/main" id="{2769939A-B113-4EF5-938E-A3FAB3A773A3}"/>
              </a:ext>
            </a:extLst>
          </p:cNvPr>
          <p:cNvCxnSpPr>
            <a:cxnSpLocks/>
            <a:stCxn id="46" idx="1"/>
            <a:endCxn id="45" idx="3"/>
          </p:cNvCxnSpPr>
          <p:nvPr/>
        </p:nvCxnSpPr>
        <p:spPr>
          <a:xfrm flipV="1">
            <a:off x="7686683" y="2164749"/>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E45452F-7F22-4BEF-9BEE-FCC8E62F6C9B}"/>
              </a:ext>
            </a:extLst>
          </p:cNvPr>
          <p:cNvCxnSpPr>
            <a:cxnSpLocks/>
            <a:stCxn id="48" idx="0"/>
            <a:endCxn id="46" idx="4"/>
          </p:cNvCxnSpPr>
          <p:nvPr/>
        </p:nvCxnSpPr>
        <p:spPr>
          <a:xfrm flipH="1" flipV="1">
            <a:off x="7880320" y="2801369"/>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FCBEB6-DC52-4DFC-BF17-DE066A1EAD55}"/>
              </a:ext>
            </a:extLst>
          </p:cNvPr>
          <p:cNvCxnSpPr>
            <a:cxnSpLocks/>
            <a:endCxn id="46" idx="3"/>
          </p:cNvCxnSpPr>
          <p:nvPr/>
        </p:nvCxnSpPr>
        <p:spPr>
          <a:xfrm flipH="1" flipV="1">
            <a:off x="7686683" y="2730229"/>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5DB1716-988D-4A04-B181-02127D3C431D}"/>
              </a:ext>
            </a:extLst>
          </p:cNvPr>
          <p:cNvSpPr/>
          <p:nvPr/>
        </p:nvSpPr>
        <p:spPr>
          <a:xfrm>
            <a:off x="8260672"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53" name="Straight Arrow Connector 52">
            <a:extLst>
              <a:ext uri="{FF2B5EF4-FFF2-40B4-BE49-F238E27FC236}">
                <a16:creationId xmlns:a16="http://schemas.microsoft.com/office/drawing/2014/main" id="{1C323C0D-21E2-4AC4-9077-B3A93718965F}"/>
              </a:ext>
            </a:extLst>
          </p:cNvPr>
          <p:cNvCxnSpPr>
            <a:cxnSpLocks/>
            <a:stCxn id="52" idx="0"/>
            <a:endCxn id="45" idx="5"/>
          </p:cNvCxnSpPr>
          <p:nvPr/>
        </p:nvCxnSpPr>
        <p:spPr>
          <a:xfrm flipH="1" flipV="1">
            <a:off x="8357844" y="2164749"/>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7FC376FF-6C96-4EA5-B4B5-1449F908D2F5}"/>
              </a:ext>
            </a:extLst>
          </p:cNvPr>
          <p:cNvCxnSpPr>
            <a:cxnSpLocks/>
            <a:stCxn id="47" idx="7"/>
            <a:endCxn id="52" idx="3"/>
          </p:cNvCxnSpPr>
          <p:nvPr/>
        </p:nvCxnSpPr>
        <p:spPr>
          <a:xfrm flipV="1">
            <a:off x="7964732" y="2712116"/>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A495079-723A-4389-BCC3-D41E31C56127}"/>
              </a:ext>
            </a:extLst>
          </p:cNvPr>
          <p:cNvCxnSpPr>
            <a:cxnSpLocks/>
            <a:stCxn id="48" idx="0"/>
            <a:endCxn id="52" idx="4"/>
          </p:cNvCxnSpPr>
          <p:nvPr/>
        </p:nvCxnSpPr>
        <p:spPr>
          <a:xfrm flipH="1" flipV="1">
            <a:off x="8534516" y="2783256"/>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E4012B3D-C7B0-45C5-BE25-AAAE290627F9}"/>
              </a:ext>
            </a:extLst>
          </p:cNvPr>
          <p:cNvSpPr/>
          <p:nvPr/>
        </p:nvSpPr>
        <p:spPr>
          <a:xfrm>
            <a:off x="2778807" y="368446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7" name="Oval 56">
            <a:extLst>
              <a:ext uri="{FF2B5EF4-FFF2-40B4-BE49-F238E27FC236}">
                <a16:creationId xmlns:a16="http://schemas.microsoft.com/office/drawing/2014/main" id="{BA554F68-0D9B-4AE6-B155-66DEB3BB0E53}"/>
              </a:ext>
            </a:extLst>
          </p:cNvPr>
          <p:cNvSpPr/>
          <p:nvPr/>
        </p:nvSpPr>
        <p:spPr>
          <a:xfrm>
            <a:off x="1794443" y="418783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58" name="Oval 57">
            <a:extLst>
              <a:ext uri="{FF2B5EF4-FFF2-40B4-BE49-F238E27FC236}">
                <a16:creationId xmlns:a16="http://schemas.microsoft.com/office/drawing/2014/main" id="{5DE09A09-B739-4F94-8919-890DF83151F5}"/>
              </a:ext>
            </a:extLst>
          </p:cNvPr>
          <p:cNvSpPr/>
          <p:nvPr/>
        </p:nvSpPr>
        <p:spPr>
          <a:xfrm>
            <a:off x="2311326"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59" name="Oval 58">
            <a:extLst>
              <a:ext uri="{FF2B5EF4-FFF2-40B4-BE49-F238E27FC236}">
                <a16:creationId xmlns:a16="http://schemas.microsoft.com/office/drawing/2014/main" id="{BA764506-123B-4C98-A067-75F2A498123D}"/>
              </a:ext>
            </a:extLst>
          </p:cNvPr>
          <p:cNvSpPr/>
          <p:nvPr/>
        </p:nvSpPr>
        <p:spPr>
          <a:xfrm>
            <a:off x="3160532"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60" name="Straight Arrow Connector 59">
            <a:extLst>
              <a:ext uri="{FF2B5EF4-FFF2-40B4-BE49-F238E27FC236}">
                <a16:creationId xmlns:a16="http://schemas.microsoft.com/office/drawing/2014/main" id="{A2E912D7-4A56-4618-BC8F-F3D1A8F65396}"/>
              </a:ext>
            </a:extLst>
          </p:cNvPr>
          <p:cNvCxnSpPr>
            <a:cxnSpLocks/>
            <a:stCxn id="57" idx="7"/>
            <a:endCxn id="56" idx="2"/>
          </p:cNvCxnSpPr>
          <p:nvPr/>
        </p:nvCxnSpPr>
        <p:spPr>
          <a:xfrm flipV="1">
            <a:off x="2261924" y="389163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2396BE8-AD4D-42B1-BAF3-1C9EDC99B8D5}"/>
              </a:ext>
            </a:extLst>
          </p:cNvPr>
          <p:cNvCxnSpPr>
            <a:cxnSpLocks/>
            <a:stCxn id="58" idx="0"/>
            <a:endCxn id="57" idx="4"/>
          </p:cNvCxnSpPr>
          <p:nvPr/>
        </p:nvCxnSpPr>
        <p:spPr>
          <a:xfrm flipH="1" flipV="1">
            <a:off x="2068287" y="467360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4A1D1A8D-3CFA-4970-AF22-9FF19C2788D1}"/>
              </a:ext>
            </a:extLst>
          </p:cNvPr>
          <p:cNvCxnSpPr>
            <a:cxnSpLocks/>
            <a:stCxn id="59" idx="1"/>
            <a:endCxn id="57" idx="5"/>
          </p:cNvCxnSpPr>
          <p:nvPr/>
        </p:nvCxnSpPr>
        <p:spPr>
          <a:xfrm flipH="1" flipV="1">
            <a:off x="2261924" y="460246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862F142E-3A54-44F9-A5FB-08D09B60FD61}"/>
              </a:ext>
            </a:extLst>
          </p:cNvPr>
          <p:cNvSpPr/>
          <p:nvPr/>
        </p:nvSpPr>
        <p:spPr>
          <a:xfrm>
            <a:off x="3728943"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64" name="Straight Arrow Connector 63">
            <a:extLst>
              <a:ext uri="{FF2B5EF4-FFF2-40B4-BE49-F238E27FC236}">
                <a16:creationId xmlns:a16="http://schemas.microsoft.com/office/drawing/2014/main" id="{D61B2915-B978-4461-A272-6557630E882F}"/>
              </a:ext>
            </a:extLst>
          </p:cNvPr>
          <p:cNvCxnSpPr>
            <a:cxnSpLocks/>
            <a:stCxn id="63" idx="1"/>
            <a:endCxn id="56" idx="6"/>
          </p:cNvCxnSpPr>
          <p:nvPr/>
        </p:nvCxnSpPr>
        <p:spPr>
          <a:xfrm flipH="1" flipV="1">
            <a:off x="3239366" y="389163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94C7CAB-5A25-4ABC-8AF1-0F8FA364FB31}"/>
              </a:ext>
            </a:extLst>
          </p:cNvPr>
          <p:cNvCxnSpPr>
            <a:cxnSpLocks/>
            <a:stCxn id="59" idx="7"/>
            <a:endCxn id="63" idx="4"/>
          </p:cNvCxnSpPr>
          <p:nvPr/>
        </p:nvCxnSpPr>
        <p:spPr>
          <a:xfrm flipV="1">
            <a:off x="3628013" y="468873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733A225-063A-436A-976B-5FCDD2C462B2}"/>
              </a:ext>
            </a:extLst>
          </p:cNvPr>
          <p:cNvCxnSpPr>
            <a:cxnSpLocks/>
            <a:stCxn id="58" idx="7"/>
            <a:endCxn id="63" idx="3"/>
          </p:cNvCxnSpPr>
          <p:nvPr/>
        </p:nvCxnSpPr>
        <p:spPr>
          <a:xfrm flipV="1">
            <a:off x="2778807" y="461759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2F43BAE6-F51D-4842-827E-935F45363297}"/>
              </a:ext>
            </a:extLst>
          </p:cNvPr>
          <p:cNvSpPr/>
          <p:nvPr/>
        </p:nvSpPr>
        <p:spPr>
          <a:xfrm>
            <a:off x="5384617" y="371656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68" name="Oval 67">
            <a:extLst>
              <a:ext uri="{FF2B5EF4-FFF2-40B4-BE49-F238E27FC236}">
                <a16:creationId xmlns:a16="http://schemas.microsoft.com/office/drawing/2014/main" id="{0A5D4327-C879-4C15-A7B4-712C0C419B38}"/>
              </a:ext>
            </a:extLst>
          </p:cNvPr>
          <p:cNvSpPr/>
          <p:nvPr/>
        </p:nvSpPr>
        <p:spPr>
          <a:xfrm>
            <a:off x="4400253" y="42199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9" name="Oval 68">
            <a:extLst>
              <a:ext uri="{FF2B5EF4-FFF2-40B4-BE49-F238E27FC236}">
                <a16:creationId xmlns:a16="http://schemas.microsoft.com/office/drawing/2014/main" id="{2E6561E4-1443-40ED-8285-F93776DAE6C8}"/>
              </a:ext>
            </a:extLst>
          </p:cNvPr>
          <p:cNvSpPr/>
          <p:nvPr/>
        </p:nvSpPr>
        <p:spPr>
          <a:xfrm>
            <a:off x="4917136"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70" name="Oval 69">
            <a:extLst>
              <a:ext uri="{FF2B5EF4-FFF2-40B4-BE49-F238E27FC236}">
                <a16:creationId xmlns:a16="http://schemas.microsoft.com/office/drawing/2014/main" id="{1A5472B1-03E9-4EDD-B862-D6693D26C70F}"/>
              </a:ext>
            </a:extLst>
          </p:cNvPr>
          <p:cNvSpPr/>
          <p:nvPr/>
        </p:nvSpPr>
        <p:spPr>
          <a:xfrm>
            <a:off x="5766342"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71" name="Straight Arrow Connector 70">
            <a:extLst>
              <a:ext uri="{FF2B5EF4-FFF2-40B4-BE49-F238E27FC236}">
                <a16:creationId xmlns:a16="http://schemas.microsoft.com/office/drawing/2014/main" id="{3A44BFF7-8410-4A0E-8895-2E60BA19E166}"/>
              </a:ext>
            </a:extLst>
          </p:cNvPr>
          <p:cNvCxnSpPr>
            <a:cxnSpLocks/>
            <a:stCxn id="68" idx="7"/>
            <a:endCxn id="67" idx="2"/>
          </p:cNvCxnSpPr>
          <p:nvPr/>
        </p:nvCxnSpPr>
        <p:spPr>
          <a:xfrm flipV="1">
            <a:off x="4867734" y="392373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42B1457-29E0-424E-9AAE-5E57B6FD3A95}"/>
              </a:ext>
            </a:extLst>
          </p:cNvPr>
          <p:cNvCxnSpPr>
            <a:cxnSpLocks/>
            <a:stCxn id="69" idx="0"/>
            <a:endCxn id="68" idx="4"/>
          </p:cNvCxnSpPr>
          <p:nvPr/>
        </p:nvCxnSpPr>
        <p:spPr>
          <a:xfrm flipH="1" flipV="1">
            <a:off x="4674097" y="470571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2966B2F-9DD9-4A48-B95B-B0AE1C92F1B5}"/>
              </a:ext>
            </a:extLst>
          </p:cNvPr>
          <p:cNvCxnSpPr>
            <a:cxnSpLocks/>
            <a:stCxn id="70" idx="1"/>
            <a:endCxn id="68" idx="5"/>
          </p:cNvCxnSpPr>
          <p:nvPr/>
        </p:nvCxnSpPr>
        <p:spPr>
          <a:xfrm flipH="1" flipV="1">
            <a:off x="4867734" y="463457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20F4BB3-9C8F-4C11-B70F-78D585AE8BD4}"/>
              </a:ext>
            </a:extLst>
          </p:cNvPr>
          <p:cNvSpPr/>
          <p:nvPr/>
        </p:nvSpPr>
        <p:spPr>
          <a:xfrm>
            <a:off x="5680557"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75" name="Straight Arrow Connector 74">
            <a:extLst>
              <a:ext uri="{FF2B5EF4-FFF2-40B4-BE49-F238E27FC236}">
                <a16:creationId xmlns:a16="http://schemas.microsoft.com/office/drawing/2014/main" id="{5DC4A6E3-54C8-451E-86CD-4415D08193D0}"/>
              </a:ext>
            </a:extLst>
          </p:cNvPr>
          <p:cNvCxnSpPr>
            <a:cxnSpLocks/>
            <a:stCxn id="74" idx="0"/>
            <a:endCxn id="67" idx="5"/>
          </p:cNvCxnSpPr>
          <p:nvPr/>
        </p:nvCxnSpPr>
        <p:spPr>
          <a:xfrm flipH="1" flipV="1">
            <a:off x="5777729" y="407022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E385F8F7-F5C8-4944-8A72-6ACB29EFE224}"/>
              </a:ext>
            </a:extLst>
          </p:cNvPr>
          <p:cNvCxnSpPr>
            <a:cxnSpLocks/>
            <a:stCxn id="69" idx="7"/>
            <a:endCxn id="74" idx="3"/>
          </p:cNvCxnSpPr>
          <p:nvPr/>
        </p:nvCxnSpPr>
        <p:spPr>
          <a:xfrm flipV="1">
            <a:off x="5384617" y="461759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D125B2DB-EECF-430B-91B7-74A864ABE17A}"/>
              </a:ext>
            </a:extLst>
          </p:cNvPr>
          <p:cNvCxnSpPr>
            <a:cxnSpLocks/>
            <a:stCxn id="70" idx="0"/>
            <a:endCxn id="74" idx="4"/>
          </p:cNvCxnSpPr>
          <p:nvPr/>
        </p:nvCxnSpPr>
        <p:spPr>
          <a:xfrm flipH="1" flipV="1">
            <a:off x="5954401" y="468873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45FD0260-65C9-464A-BC15-319AB003AB4F}"/>
              </a:ext>
            </a:extLst>
          </p:cNvPr>
          <p:cNvSpPr/>
          <p:nvPr/>
        </p:nvSpPr>
        <p:spPr>
          <a:xfrm>
            <a:off x="8113262" y="3699591"/>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79" name="Oval 78">
            <a:extLst>
              <a:ext uri="{FF2B5EF4-FFF2-40B4-BE49-F238E27FC236}">
                <a16:creationId xmlns:a16="http://schemas.microsoft.com/office/drawing/2014/main" id="{75527E0C-925F-47F2-BD4B-F3446ABFC7E2}"/>
              </a:ext>
            </a:extLst>
          </p:cNvPr>
          <p:cNvSpPr/>
          <p:nvPr/>
        </p:nvSpPr>
        <p:spPr>
          <a:xfrm>
            <a:off x="7128898"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0" name="Oval 79">
            <a:extLst>
              <a:ext uri="{FF2B5EF4-FFF2-40B4-BE49-F238E27FC236}">
                <a16:creationId xmlns:a16="http://schemas.microsoft.com/office/drawing/2014/main" id="{BE9A494C-526B-4109-BE75-5EC69D334E75}"/>
              </a:ext>
            </a:extLst>
          </p:cNvPr>
          <p:cNvSpPr/>
          <p:nvPr/>
        </p:nvSpPr>
        <p:spPr>
          <a:xfrm>
            <a:off x="7755006" y="420409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1" name="Oval 80">
            <a:extLst>
              <a:ext uri="{FF2B5EF4-FFF2-40B4-BE49-F238E27FC236}">
                <a16:creationId xmlns:a16="http://schemas.microsoft.com/office/drawing/2014/main" id="{4E2C5AAC-4D6B-4F47-BC53-4F33DB383576}"/>
              </a:ext>
            </a:extLst>
          </p:cNvPr>
          <p:cNvSpPr/>
          <p:nvPr/>
        </p:nvSpPr>
        <p:spPr>
          <a:xfrm>
            <a:off x="7645781"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2" name="Oval 81">
            <a:extLst>
              <a:ext uri="{FF2B5EF4-FFF2-40B4-BE49-F238E27FC236}">
                <a16:creationId xmlns:a16="http://schemas.microsoft.com/office/drawing/2014/main" id="{2E0FEE23-1155-42F6-9943-AA8CAD095D48}"/>
              </a:ext>
            </a:extLst>
          </p:cNvPr>
          <p:cNvSpPr/>
          <p:nvPr/>
        </p:nvSpPr>
        <p:spPr>
          <a:xfrm>
            <a:off x="8494987"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3" name="Straight Arrow Connector 82">
            <a:extLst>
              <a:ext uri="{FF2B5EF4-FFF2-40B4-BE49-F238E27FC236}">
                <a16:creationId xmlns:a16="http://schemas.microsoft.com/office/drawing/2014/main" id="{1BA3C3B1-29CC-423F-8A27-BF87E7472493}"/>
              </a:ext>
            </a:extLst>
          </p:cNvPr>
          <p:cNvCxnSpPr>
            <a:cxnSpLocks/>
            <a:stCxn id="79" idx="7"/>
            <a:endCxn id="78" idx="2"/>
          </p:cNvCxnSpPr>
          <p:nvPr/>
        </p:nvCxnSpPr>
        <p:spPr>
          <a:xfrm flipV="1">
            <a:off x="7596379" y="3906760"/>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DD15905-DF69-4D74-BFCF-CC1005B44D20}"/>
              </a:ext>
            </a:extLst>
          </p:cNvPr>
          <p:cNvCxnSpPr>
            <a:cxnSpLocks/>
            <a:stCxn id="80" idx="1"/>
            <a:endCxn id="78" idx="3"/>
          </p:cNvCxnSpPr>
          <p:nvPr/>
        </p:nvCxnSpPr>
        <p:spPr>
          <a:xfrm flipV="1">
            <a:off x="7835213" y="4053251"/>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19E952-8048-40D0-B4BE-89176066FA2B}"/>
              </a:ext>
            </a:extLst>
          </p:cNvPr>
          <p:cNvCxnSpPr>
            <a:cxnSpLocks/>
            <a:stCxn id="81" idx="0"/>
            <a:endCxn id="79" idx="4"/>
          </p:cNvCxnSpPr>
          <p:nvPr/>
        </p:nvCxnSpPr>
        <p:spPr>
          <a:xfrm flipH="1" flipV="1">
            <a:off x="7402742" y="4688734"/>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B801113-CBE3-4089-9271-8D6528099ED8}"/>
              </a:ext>
            </a:extLst>
          </p:cNvPr>
          <p:cNvCxnSpPr>
            <a:cxnSpLocks/>
            <a:stCxn id="82" idx="0"/>
            <a:endCxn id="80" idx="4"/>
          </p:cNvCxnSpPr>
          <p:nvPr/>
        </p:nvCxnSpPr>
        <p:spPr>
          <a:xfrm flipH="1" flipV="1">
            <a:off x="8028850" y="4689871"/>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CD149C8-684E-4B58-9234-A42398997F79}"/>
              </a:ext>
            </a:extLst>
          </p:cNvPr>
          <p:cNvCxnSpPr>
            <a:cxnSpLocks/>
            <a:stCxn id="82" idx="1"/>
            <a:endCxn id="79" idx="5"/>
          </p:cNvCxnSpPr>
          <p:nvPr/>
        </p:nvCxnSpPr>
        <p:spPr>
          <a:xfrm flipH="1" flipV="1">
            <a:off x="7596379" y="4617594"/>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7D6FD110-F0C0-439C-810A-D4B43BC045B0}"/>
              </a:ext>
            </a:extLst>
          </p:cNvPr>
          <p:cNvCxnSpPr>
            <a:cxnSpLocks/>
            <a:endCxn id="80" idx="3"/>
          </p:cNvCxnSpPr>
          <p:nvPr/>
        </p:nvCxnSpPr>
        <p:spPr>
          <a:xfrm flipH="1" flipV="1">
            <a:off x="7835213" y="4618731"/>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9"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Can also sample models with 1 or 3 </a:t>
            </a:r>
            <a:r>
              <a:rPr lang="en-US" sz="2800">
                <a:latin typeface="Segoe UI" panose="020B0502040204020203" pitchFamily="34" charset="0"/>
                <a:cs typeface="Segoe UI" panose="020B0502040204020203" pitchFamily="34" charset="0"/>
              </a:rPr>
              <a:t>hidden units – total of 14 </a:t>
            </a:r>
            <a:endParaRPr lang="en-US" sz="2800"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5834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4"/>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6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9"/>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7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71"/>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72"/>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73"/>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74"/>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7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76"/>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77"/>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79"/>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80"/>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8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8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8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8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8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8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88"/>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34" grpId="0" animBg="1"/>
      <p:bldP spid="35" grpId="0" animBg="1"/>
      <p:bldP spid="36" grpId="0" animBg="1"/>
      <p:bldP spid="37" grpId="0" animBg="1"/>
      <p:bldP spid="41" grpId="0" animBg="1"/>
      <p:bldP spid="45" grpId="0" animBg="1"/>
      <p:bldP spid="46" grpId="0" animBg="1"/>
      <p:bldP spid="47" grpId="0" animBg="1"/>
      <p:bldP spid="48" grpId="0" animBg="1"/>
      <p:bldP spid="52" grpId="0" animBg="1"/>
      <p:bldP spid="56" grpId="0" animBg="1"/>
      <p:bldP spid="57" grpId="0" animBg="1"/>
      <p:bldP spid="58" grpId="0" animBg="1"/>
      <p:bldP spid="59" grpId="0" animBg="1"/>
      <p:bldP spid="63" grpId="0" animBg="1"/>
      <p:bldP spid="67" grpId="0" animBg="1"/>
      <p:bldP spid="68" grpId="0" animBg="1"/>
      <p:bldP spid="69" grpId="0" animBg="1"/>
      <p:bldP spid="70" grpId="0" animBg="1"/>
      <p:bldP spid="74" grpId="0" animBg="1"/>
      <p:bldP spid="78" grpId="0" animBg="1"/>
      <p:bldP spid="79" grpId="0" animBg="1"/>
      <p:bldP spid="80" grpId="0" animBg="1"/>
      <p:bldP spid="81" grpId="0" animBg="1"/>
      <p:bldP spid="82" grpId="0" animBg="1"/>
      <p:bldP spid="8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The probability of a weight being in a given model is:</a:t>
            </a:r>
          </a:p>
          <a:p>
            <a:endParaRPr lang="en-US" sz="2800" dirty="0">
              <a:latin typeface="+mn-lt"/>
              <a:cs typeface="Segoe UI" panose="020B0502040204020203" pitchFamily="34" charset="0"/>
            </a:endParaRPr>
          </a:p>
          <a:p>
            <a:r>
              <a:rPr lang="en-US" sz="2800" dirty="0">
                <a:latin typeface="+mn-lt"/>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49120" y="2604732"/>
            <a:ext cx="2770646" cy="572274"/>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1849120" y="3781545"/>
            <a:ext cx="2588223" cy="662647"/>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399329" cy="609367"/>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648452" cy="603259"/>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a:t>
            </a:r>
          </a:p>
          <a:p>
            <a:pPr marL="0" indent="0">
              <a:buNone/>
            </a:pPr>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r>
              <a:rPr lang="en-US" dirty="0">
                <a:latin typeface="+mn-lt"/>
                <a:cs typeface="Segoe UI" panose="020B0502040204020203" pitchFamily="34" charset="0"/>
              </a:rPr>
              <a:t>            , in which case the partial derivative is nonzero</a:t>
            </a:r>
          </a:p>
          <a:p>
            <a:pPr lvl="1"/>
            <a:r>
              <a:rPr lang="en-US" dirty="0">
                <a:latin typeface="+mn-lt"/>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312389" y="2508021"/>
            <a:ext cx="2541913" cy="57899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229473" y="4121102"/>
            <a:ext cx="955516" cy="456457"/>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229473" y="4650340"/>
            <a:ext cx="944736" cy="412249"/>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a:t>
            </a:r>
          </a:p>
          <a:p>
            <a:pPr lvl="1"/>
            <a:r>
              <a:rPr lang="en-GB" sz="2400" dirty="0">
                <a:latin typeface="+mn-lt"/>
                <a:ea typeface="Segoe UI" panose="020B0502040204020203" pitchFamily="34" charset="0"/>
                <a:cs typeface="Segoe UI" panose="020B0502040204020203" pitchFamily="34" charset="0"/>
              </a:rPr>
              <a:t>Lower learning rate reduces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r>
              <a:rPr lang="en-GB" sz="2800" dirty="0">
                <a:latin typeface="+mn-lt"/>
                <a:ea typeface="Segoe UI" panose="020B0502040204020203" pitchFamily="34" charset="0"/>
                <a:cs typeface="Segoe UI" panose="020B0502040204020203" pitchFamily="34" charset="0"/>
              </a:rPr>
              <a:t>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598042" y="3636335"/>
            <a:ext cx="1834116" cy="148575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986130" y="4369981"/>
            <a:ext cx="2828261" cy="781493"/>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pPr lvl="1"/>
            <a:r>
              <a:rPr lang="en-GB" sz="24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378669" cy="5203489"/>
          </a:xfrm>
        </p:spPr>
        <p:txBody>
          <a:bodyPr>
            <a:normAutofit lnSpcReduction="10000"/>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a:t>
            </a:r>
            <a:r>
              <a:rPr lang="en-GB" sz="1800" dirty="0" err="1">
                <a:latin typeface="+mn-lt"/>
                <a:ea typeface="Segoe UI" panose="020B0502040204020203" pitchFamily="34" charset="0"/>
                <a:cs typeface="Segoe UI" panose="020B0502040204020203" pitchFamily="34" charset="0"/>
              </a:rPr>
              <a:t>traning</a:t>
            </a:r>
            <a:r>
              <a:rPr lang="en-GB" sz="1800" dirty="0">
                <a:latin typeface="+mn-lt"/>
                <a:ea typeface="Segoe UI" panose="020B0502040204020203" pitchFamily="34" charset="0"/>
                <a:cs typeface="Segoe UI" panose="020B0502040204020203" pitchFamily="34" charset="0"/>
              </a:rPr>
              <a:t>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499718" y="1650421"/>
            <a:ext cx="7692282"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2095282"/>
            <a:ext cx="389419" cy="1382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3024963" y="3785191"/>
            <a:ext cx="1839275" cy="48445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631019" y="4173279"/>
            <a:ext cx="1191788" cy="43720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50912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a:off x="4499718" y="6097742"/>
            <a:ext cx="364520"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433388" y="5279065"/>
            <a:ext cx="430850" cy="22301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3742660" y="4704907"/>
            <a:ext cx="757058" cy="167975"/>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242391" y="3327991"/>
            <a:ext cx="543840" cy="10100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852928" y="2897945"/>
            <a:ext cx="1534813" cy="21258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65B85B-83F7-1762-3C30-83A9D2858786}"/>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0DFEBDE-887D-16AE-B653-957685C6DA47}"/>
              </a:ext>
            </a:extLst>
          </p:cNvPr>
          <p:cNvSpPr>
            <a:spLocks noGrp="1"/>
          </p:cNvSpPr>
          <p:nvPr>
            <p:ph type="subTitle" idx="1"/>
          </p:nvPr>
        </p:nvSpPr>
        <p:spPr>
          <a:xfrm>
            <a:off x="1485165" y="1784284"/>
            <a:ext cx="9685343" cy="2015419"/>
          </a:xfrm>
        </p:spPr>
        <p:txBody>
          <a:bodyPr>
            <a:normAutofit/>
          </a:bodyPr>
          <a:lstStyle/>
          <a:p>
            <a:r>
              <a:rPr lang="en-US" sz="4400" b="1" dirty="0"/>
              <a:t>Model Deployment  </a:t>
            </a:r>
          </a:p>
        </p:txBody>
      </p:sp>
    </p:spTree>
    <p:extLst>
      <p:ext uri="{BB962C8B-B14F-4D97-AF65-F5344CB8AC3E}">
        <p14:creationId xmlns:p14="http://schemas.microsoft.com/office/powerpoint/2010/main" val="5171980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83711"/>
            <a:ext cx="10515600" cy="5455084"/>
          </a:xfrm>
        </p:spPr>
        <p:txBody>
          <a:bodyPr>
            <a:normAutofit fontScale="92500" lnSpcReduction="20000"/>
          </a:bodyPr>
          <a:lstStyle/>
          <a:p>
            <a:pPr marL="0" indent="0">
              <a:buNone/>
            </a:pPr>
            <a:r>
              <a:rPr lang="en-US" sz="3000" b="0" dirty="0">
                <a:latin typeface="+mj-lt"/>
              </a:rPr>
              <a:t>How can we deploy deep NN models to the </a:t>
            </a:r>
            <a:r>
              <a:rPr lang="en-US" sz="3000" dirty="0">
                <a:latin typeface="+mj-lt"/>
              </a:rPr>
              <a:t>edge</a:t>
            </a:r>
            <a:r>
              <a:rPr lang="en-US" sz="3000" b="0" dirty="0">
                <a:latin typeface="+mj-lt"/>
              </a:rPr>
              <a:t>?</a:t>
            </a:r>
          </a:p>
          <a:p>
            <a:r>
              <a:rPr lang="en-US" sz="3000" b="0" dirty="0">
                <a:latin typeface="+mj-lt"/>
              </a:rPr>
              <a:t>Many applications use CV at the edge – a.k.a</a:t>
            </a:r>
            <a:r>
              <a:rPr lang="en-US" sz="3000" dirty="0">
                <a:latin typeface="+mj-lt"/>
              </a:rPr>
              <a:t>. Internet of Things (IoT)</a:t>
            </a:r>
          </a:p>
          <a:p>
            <a:pPr lvl="1"/>
            <a:r>
              <a:rPr lang="en-US" sz="2600" dirty="0">
                <a:latin typeface="+mj-lt"/>
              </a:rPr>
              <a:t>Example: advanced smart phone photography</a:t>
            </a:r>
          </a:p>
          <a:p>
            <a:pPr lvl="1"/>
            <a:r>
              <a:rPr lang="en-US" sz="2600" dirty="0">
                <a:latin typeface="+mj-lt"/>
              </a:rPr>
              <a:t>Example: security monitoring</a:t>
            </a:r>
          </a:p>
          <a:p>
            <a:pPr lvl="1"/>
            <a:r>
              <a:rPr lang="en-US" sz="2600" dirty="0">
                <a:latin typeface="+mj-lt"/>
              </a:rPr>
              <a:t>Example: industrial inspection </a:t>
            </a:r>
          </a:p>
          <a:p>
            <a:pPr lvl="1"/>
            <a:r>
              <a:rPr lang="en-US" sz="2600" dirty="0">
                <a:latin typeface="+mj-lt"/>
              </a:rPr>
              <a:t>…</a:t>
            </a:r>
          </a:p>
          <a:p>
            <a:r>
              <a:rPr lang="en-US" sz="3000" b="0" dirty="0">
                <a:latin typeface="+mj-lt"/>
              </a:rPr>
              <a:t>Need to push CV processing to edge </a:t>
            </a:r>
          </a:p>
          <a:p>
            <a:pPr lvl="1"/>
            <a:r>
              <a:rPr lang="en-US" sz="2600" b="0" dirty="0">
                <a:latin typeface="+mj-lt"/>
              </a:rPr>
              <a:t>Limited network bandwidth precludes central processing</a:t>
            </a:r>
          </a:p>
          <a:p>
            <a:r>
              <a:rPr lang="en-US" sz="3000" b="0" dirty="0">
                <a:latin typeface="+mj-lt"/>
              </a:rPr>
              <a:t>Edge devices typically have limited computing and memory capacity</a:t>
            </a:r>
            <a:endParaRPr lang="en-US" sz="2600" b="0" dirty="0">
              <a:latin typeface="+mj-lt"/>
            </a:endParaRPr>
          </a:p>
          <a:p>
            <a:r>
              <a:rPr lang="en-US" sz="3000" b="0" dirty="0">
                <a:latin typeface="+mj-lt"/>
              </a:rPr>
              <a:t>Can deploy solutions like</a:t>
            </a:r>
            <a:r>
              <a:rPr lang="en-US" sz="3000" dirty="0">
                <a:latin typeface="+mj-lt"/>
              </a:rPr>
              <a:t> </a:t>
            </a:r>
            <a:r>
              <a:rPr lang="en-US" sz="3000" dirty="0">
                <a:latin typeface="+mj-lt"/>
                <a:hlinkClick r:id="rId2"/>
              </a:rPr>
              <a:t>TensorFlow Lite</a:t>
            </a:r>
            <a:r>
              <a:rPr lang="en-US" sz="3000" dirty="0">
                <a:latin typeface="+mj-lt"/>
              </a:rPr>
              <a:t> </a:t>
            </a:r>
          </a:p>
          <a:p>
            <a:pPr lvl="1"/>
            <a:r>
              <a:rPr lang="en-US" sz="2600" dirty="0">
                <a:latin typeface="+mj-lt"/>
              </a:rPr>
              <a:t>Use fixed point or integer arithmetic</a:t>
            </a:r>
          </a:p>
          <a:p>
            <a:pPr lvl="1"/>
            <a:r>
              <a:rPr lang="en-US" sz="2600" dirty="0">
                <a:latin typeface="+mj-lt"/>
              </a:rPr>
              <a:t>Give up a bit of accuracy massive reduction in computing and memory  </a:t>
            </a:r>
          </a:p>
          <a:p>
            <a:endParaRPr lang="en-US" dirty="0"/>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Deployment of Deep NN Models</a:t>
            </a:r>
          </a:p>
        </p:txBody>
      </p:sp>
    </p:spTree>
    <p:extLst>
      <p:ext uri="{BB962C8B-B14F-4D97-AF65-F5344CB8AC3E}">
        <p14:creationId xmlns:p14="http://schemas.microsoft.com/office/powerpoint/2010/main" val="111882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B0CA13EC-1D3C-4D6F-8D1C-E8A452CFC79A}">
  <ds:schemaRefs>
    <ds:schemaRef ds:uri="http://schemas.microsoft.com/sharepoint/v3/contenttype/forms"/>
  </ds:schemaRefs>
</ds:datastoreItem>
</file>

<file path=customXml/itemProps3.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26229</TotalTime>
  <Words>3816</Words>
  <Application>Microsoft Office PowerPoint</Application>
  <PresentationFormat>Widescreen</PresentationFormat>
  <Paragraphs>689</Paragraphs>
  <Slides>84</Slides>
  <Notes>34</Notes>
  <HiddenSlides>2</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PowerPoint Presentation</vt:lpstr>
      <vt:lpstr>PowerPoint Presentation</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672</cp:revision>
  <dcterms:created xsi:type="dcterms:W3CDTF">2013-02-15T23:12:42Z</dcterms:created>
  <dcterms:modified xsi:type="dcterms:W3CDTF">2026-01-01T04:36:32Z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